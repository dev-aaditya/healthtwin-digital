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ce3759f4744f81" /><Relationship Type="http://schemas.openxmlformats.org/officeDocument/2006/relationships/extended-properties" Target="/docProps/app.xml" Id="Rbd28e11a622941f3" /><Relationship Type="http://schemas.openxmlformats.org/officeDocument/2006/relationships/officeDocument" Target="/ppt/presentation.xml" Id="Rf47c7c59bf7b4c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8018e9d53c4965"/>
  </p:sldMasterIdLst>
  <p:notesMasterIdLst>
    <p:notesMasterId xmlns:r="http://schemas.openxmlformats.org/officeDocument/2006/relationships" r:id="R1eac16750b294d11"/>
  </p:notesMasterIdLst>
  <p:sldIdLst>
    <p:sldId xmlns:r="http://schemas.openxmlformats.org/officeDocument/2006/relationships" id="256" r:id="R9fd4f4408a964899"/>
    <p:sldId xmlns:r="http://schemas.openxmlformats.org/officeDocument/2006/relationships" id="257" r:id="R296431cdffa94309"/>
    <p:sldId xmlns:r="http://schemas.openxmlformats.org/officeDocument/2006/relationships" id="258" r:id="R304169582d6943fe"/>
    <p:sldId xmlns:r="http://schemas.openxmlformats.org/officeDocument/2006/relationships" id="259" r:id="R31603dfa33ad49cb"/>
    <p:sldId xmlns:r="http://schemas.openxmlformats.org/officeDocument/2006/relationships" id="260" r:id="R907a04b8db2a404c"/>
    <p:sldId xmlns:r="http://schemas.openxmlformats.org/officeDocument/2006/relationships" id="261" r:id="Rc04c3f90d17b4f4e"/>
    <p:sldId xmlns:r="http://schemas.openxmlformats.org/officeDocument/2006/relationships" id="262" r:id="R5b6b53ab608144dd"/>
    <p:sldId xmlns:r="http://schemas.openxmlformats.org/officeDocument/2006/relationships" id="263" r:id="Ra8ce2efc0e7c4766"/>
    <p:sldId xmlns:r="http://schemas.openxmlformats.org/officeDocument/2006/relationships" id="264" r:id="Radde268ebe1b493d"/>
    <p:sldId xmlns:r="http://schemas.openxmlformats.org/officeDocument/2006/relationships" id="265" r:id="R24e0d23780be49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379dea9fd34636" /><Relationship Type="http://schemas.openxmlformats.org/officeDocument/2006/relationships/slideMaster" Target="/ppt/slideMasters/slideMaster1.xml" Id="Rb08018e9d53c4965" /><Relationship Type="http://schemas.openxmlformats.org/officeDocument/2006/relationships/notesMaster" Target="/ppt/notesMasters/notesMaster1.xml" Id="R1eac16750b294d11" /><Relationship Type="http://schemas.openxmlformats.org/officeDocument/2006/relationships/presProps" Target="/ppt/presProps.xml" Id="Rcec984a0a80f4858" /><Relationship Type="http://schemas.openxmlformats.org/officeDocument/2006/relationships/tableStyles" Target="/ppt/tableStyles.xml" Id="Re76230b8fb3846c2" /><Relationship Type="http://schemas.openxmlformats.org/officeDocument/2006/relationships/slide" Target="/ppt/slides/slide1.xml" Id="R9fd4f4408a964899" /><Relationship Type="http://schemas.openxmlformats.org/officeDocument/2006/relationships/slide" Target="/ppt/slides/slide2.xml" Id="R296431cdffa94309" /><Relationship Type="http://schemas.openxmlformats.org/officeDocument/2006/relationships/slide" Target="/ppt/slides/slide3.xml" Id="R304169582d6943fe" /><Relationship Type="http://schemas.openxmlformats.org/officeDocument/2006/relationships/slide" Target="/ppt/slides/slide4.xml" Id="R31603dfa33ad49cb" /><Relationship Type="http://schemas.openxmlformats.org/officeDocument/2006/relationships/slide" Target="/ppt/slides/slide5.xml" Id="R907a04b8db2a404c" /><Relationship Type="http://schemas.openxmlformats.org/officeDocument/2006/relationships/slide" Target="/ppt/slides/slide6.xml" Id="Rc04c3f90d17b4f4e" /><Relationship Type="http://schemas.openxmlformats.org/officeDocument/2006/relationships/slide" Target="/ppt/slides/slide7.xml" Id="R5b6b53ab608144dd" /><Relationship Type="http://schemas.openxmlformats.org/officeDocument/2006/relationships/slide" Target="/ppt/slides/slide8.xml" Id="Ra8ce2efc0e7c4766" /><Relationship Type="http://schemas.openxmlformats.org/officeDocument/2006/relationships/slide" Target="/ppt/slides/slide9.xml" Id="Radde268ebe1b493d" /><Relationship Type="http://schemas.openxmlformats.org/officeDocument/2006/relationships/slide" Target="/ppt/slides/slide10.xml" Id="R24e0d23780be49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98e962efdf4c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919247d7cd4102" /><Relationship Type="http://schemas.openxmlformats.org/officeDocument/2006/relationships/notesMaster" Target="/ppt/notesMasters/notesMaster1.xml" Id="Rca668c004d95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2bdac6ebdd452b" /><Relationship Type="http://schemas.openxmlformats.org/officeDocument/2006/relationships/notesMaster" Target="/ppt/notesMasters/notesMaster1.xml" Id="R7a9ac68c9cff4b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0882020aff45c3" /><Relationship Type="http://schemas.openxmlformats.org/officeDocument/2006/relationships/notesMaster" Target="/ppt/notesMasters/notesMaster1.xml" Id="R10eb72f307ef4d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a473c8299642ab" /><Relationship Type="http://schemas.openxmlformats.org/officeDocument/2006/relationships/notesMaster" Target="/ppt/notesMasters/notesMaster1.xml" Id="Rb8e76834cd7247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47a7b8046e44c7" /><Relationship Type="http://schemas.openxmlformats.org/officeDocument/2006/relationships/notesMaster" Target="/ppt/notesMasters/notesMaster1.xml" Id="Rfaaa8b95f4d049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68792683e4465a" /><Relationship Type="http://schemas.openxmlformats.org/officeDocument/2006/relationships/notesMaster" Target="/ppt/notesMasters/notesMaster1.xml" Id="R7b5cff0f43fe47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1a402d4115420e" /><Relationship Type="http://schemas.openxmlformats.org/officeDocument/2006/relationships/notesMaster" Target="/ppt/notesMasters/notesMaster1.xml" Id="R4b1d8decc91644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f076aeedf9467b" /><Relationship Type="http://schemas.openxmlformats.org/officeDocument/2006/relationships/notesMaster" Target="/ppt/notesMasters/notesMaster1.xml" Id="Rf575c1458e8a4d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8233d714634e7a" /><Relationship Type="http://schemas.openxmlformats.org/officeDocument/2006/relationships/notesMaster" Target="/ppt/notesMasters/notesMaster1.xml" Id="R721055468a194a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919ff4bbf945e6" /><Relationship Type="http://schemas.openxmlformats.org/officeDocument/2006/relationships/notesMaster" Target="/ppt/notesMasters/notesMaster1.xml" Id="R3b2a1bad768442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e3b4b42e94a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1edc1cf0649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fe1a772224d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0c818b7e747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aadd2a54c4e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5d8ca0f814d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2BEF8C-58DA-4DE7-A686-F6ECFBB9E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D00885-7F98-44E2-AD75-C03084607A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51E6119-C54B-4020-8793-A384B00EA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BF2876-8A6A-4485-86B2-D439B9CD4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4367FD-2589-43AD-ACB2-7C16BDC39E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7E0145-3362-4DEB-B6C8-92AD002D3A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79B647-4174-4525-BCE2-D95554EEF1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689FB4-7ADA-46B1-A5F0-355CE87711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ED3D49-D627-4A26-80FA-FF0F57AF7F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47E6AA-F90F-496D-832E-8252B78273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0e36e7c1e74ed9" /><Relationship Type="http://schemas.openxmlformats.org/officeDocument/2006/relationships/slideLayout" Target="/ppt/slideLayouts/slideLayout1.xml" Id="R7bb70291eba6437a" /><Relationship Type="http://schemas.openxmlformats.org/officeDocument/2006/relationships/slideLayout" Target="/ppt/slideLayouts/slideLayout2.xml" Id="R6bfeffef57784109" /><Relationship Type="http://schemas.openxmlformats.org/officeDocument/2006/relationships/slideLayout" Target="/ppt/slideLayouts/slideLayout3.xml" Id="R4782988243af496b" /><Relationship Type="http://schemas.openxmlformats.org/officeDocument/2006/relationships/slideLayout" Target="/ppt/slideLayouts/slideLayout4.xml" Id="Rb036a8c758ad4dc3" /><Relationship Type="http://schemas.openxmlformats.org/officeDocument/2006/relationships/slideLayout" Target="/ppt/slideLayouts/slideLayout5.xml" Id="Rc2ec281d59f44a15" /><Relationship Type="http://schemas.openxmlformats.org/officeDocument/2006/relationships/slideLayout" Target="/ppt/slideLayouts/slideLayout6.xml" Id="R328de1433f8a4b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b70291eba6437a"/>
    <p:sldLayoutId xmlns:r="http://schemas.openxmlformats.org/officeDocument/2006/relationships" id="2147483650" r:id="R6bfeffef57784109"/>
    <p:sldLayoutId xmlns:r="http://schemas.openxmlformats.org/officeDocument/2006/relationships" id="2147483651" r:id="R4782988243af496b"/>
    <p:sldLayoutId xmlns:r="http://schemas.openxmlformats.org/officeDocument/2006/relationships" id="2147483652" r:id="Rb036a8c758ad4dc3"/>
    <p:sldLayoutId xmlns:r="http://schemas.openxmlformats.org/officeDocument/2006/relationships" id="2147483653" r:id="Rc2ec281d59f44a15"/>
    <p:sldLayoutId xmlns:r="http://schemas.openxmlformats.org/officeDocument/2006/relationships" id="2147483654" r:id="R328de1433f8a4b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0c6f1236f408b" /><Relationship Type="http://schemas.openxmlformats.org/officeDocument/2006/relationships/notesSlide" Target="/ppt/notesSlides/notesSlide1.xml" Id="R2c557dce610d44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03abcbfa1f46f3" /><Relationship Type="http://schemas.openxmlformats.org/officeDocument/2006/relationships/notesSlide" Target="/ppt/notesSlides/notesSlide2.xml" Id="Re0570ced245d42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abf51a375d412e" /><Relationship Type="http://schemas.openxmlformats.org/officeDocument/2006/relationships/notesSlide" Target="/ppt/notesSlides/notesSlide3.xml" Id="Red5f2a61800441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b94d769eff4607" /><Relationship Type="http://schemas.openxmlformats.org/officeDocument/2006/relationships/notesSlide" Target="/ppt/notesSlides/notesSlide4.xml" Id="Rcb247301564f4a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dccd7918a04fde" /><Relationship Type="http://schemas.openxmlformats.org/officeDocument/2006/relationships/notesSlide" Target="/ppt/notesSlides/notesSlide5.xml" Id="R67d5f9ab834e43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325f73e0ea4dba" /><Relationship Type="http://schemas.openxmlformats.org/officeDocument/2006/relationships/notesSlide" Target="/ppt/notesSlides/notesSlide6.xml" Id="R1893b8942a7846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3eccfe6184d4a" /><Relationship Type="http://schemas.openxmlformats.org/officeDocument/2006/relationships/notesSlide" Target="/ppt/notesSlides/notesSlide7.xml" Id="Rb226cfa3658946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c6d39d1484fd7" /><Relationship Type="http://schemas.openxmlformats.org/officeDocument/2006/relationships/notesSlide" Target="/ppt/notesSlides/notesSlide8.xml" Id="R66531ffcd45c44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1470d9fbd147ef" /><Relationship Type="http://schemas.openxmlformats.org/officeDocument/2006/relationships/notesSlide" Target="/ppt/notesSlides/notesSlide9.xml" Id="Rcd31402341f74f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4b2efc2a484edb" /><Relationship Type="http://schemas.openxmlformats.org/officeDocument/2006/relationships/notesSlide" Target="/ppt/notesSlides/notesSlide10.xml" Id="R8a7a044d2c1244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87E93-E980-40E8-83D6-8C8B2C9E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6CE34-4566-4C4C-9D8B-526C6EAD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FFFFFF"/>
                </a:solidFill>
              </a:defRPr>
            </a:defPPr>
            <a:lvl1pPr>
              <a:defRPr sz="4650" b="1">
                <a:solidFill>
                  <a:srgbClr val="FFFFFF"/>
                </a:solidFill>
              </a:defRPr>
            </a:lvl1pPr>
            <a:lvl2pPr>
              <a:defRPr sz="4650" b="1">
                <a:solidFill>
                  <a:srgbClr val="FFFFFF"/>
                </a:solidFill>
              </a:defRPr>
            </a:lvl2pPr>
            <a:lvl3pPr>
              <a:defRPr sz="4650" b="1">
                <a:solidFill>
                  <a:srgbClr val="FFFFFF"/>
                </a:solidFill>
              </a:defRPr>
            </a:lvl3pPr>
            <a:lvl4pPr>
              <a:defRPr sz="4650" b="1">
                <a:solidFill>
                  <a:srgbClr val="FFFFFF"/>
                </a:solidFill>
              </a:defRPr>
            </a:lvl4pPr>
            <a:lvl5pPr>
              <a:defRPr sz="4650" b="1">
                <a:solidFill>
                  <a:srgbClr val="FFFFFF"/>
                </a:solidFill>
              </a:defRPr>
            </a:lvl5pPr>
            <a:lvl6pPr>
              <a:defRPr sz="4650" b="1">
                <a:solidFill>
                  <a:srgbClr val="FFFFFF"/>
                </a:solidFill>
              </a:defRPr>
            </a:lvl6pPr>
            <a:lvl7pPr>
              <a:defRPr sz="4650" b="1">
                <a:solidFill>
                  <a:srgbClr val="FFFFFF"/>
                </a:solidFill>
              </a:defRPr>
            </a:lvl7pPr>
            <a:lvl8pPr>
              <a:defRPr sz="4650" b="1">
                <a:solidFill>
                  <a:srgbClr val="FFFFFF"/>
                </a:solidFill>
              </a:defRPr>
            </a:lvl8pPr>
            <a:lvl9pPr>
              <a:defRPr sz="4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HealthTwin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193A4-DE13-4F5F-8372-C1D9B42D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7953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D7E7F5"/>
                </a:solidFill>
              </a:defRPr>
            </a:defPPr>
            <a:lvl1pPr>
              <a:defRPr sz="2025" b="0">
                <a:solidFill>
                  <a:srgbClr val="D7E7F5"/>
                </a:solidFill>
              </a:defRPr>
            </a:lvl1pPr>
            <a:lvl2pPr>
              <a:defRPr sz="2025" b="0">
                <a:solidFill>
                  <a:srgbClr val="D7E7F5"/>
                </a:solidFill>
              </a:defRPr>
            </a:lvl2pPr>
            <a:lvl3pPr>
              <a:defRPr sz="2025" b="0">
                <a:solidFill>
                  <a:srgbClr val="D7E7F5"/>
                </a:solidFill>
              </a:defRPr>
            </a:lvl3pPr>
            <a:lvl4pPr>
              <a:defRPr sz="2025" b="0">
                <a:solidFill>
                  <a:srgbClr val="D7E7F5"/>
                </a:solidFill>
              </a:defRPr>
            </a:lvl4pPr>
            <a:lvl5pPr>
              <a:defRPr sz="2025" b="0">
                <a:solidFill>
                  <a:srgbClr val="D7E7F5"/>
                </a:solidFill>
              </a:defRPr>
            </a:lvl5pPr>
            <a:lvl6pPr>
              <a:defRPr sz="2025" b="0">
                <a:solidFill>
                  <a:srgbClr val="D7E7F5"/>
                </a:solidFill>
              </a:defRPr>
            </a:lvl6pPr>
            <a:lvl7pPr>
              <a:defRPr sz="2025" b="0">
                <a:solidFill>
                  <a:srgbClr val="D7E7F5"/>
                </a:solidFill>
              </a:defRPr>
            </a:lvl7pPr>
            <a:lvl8pPr>
              <a:defRPr sz="2025" b="0">
                <a:solidFill>
                  <a:srgbClr val="D7E7F5"/>
                </a:solidFill>
              </a:defRPr>
            </a:lvl8pPr>
            <a:lvl9pPr>
              <a:defRPr sz="2025" b="0">
                <a:solidFill>
                  <a:srgbClr val="D7E7F5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7E7F5"/>
                </a:solidFill>
              </a:defRPr>
            </a:pPr>
            <a:r>
              <a:rPr sz="2025" b="0">
                <a:solidFill>
                  <a:srgbClr val="D7E7F5"/>
                </a:solidFill>
              </a:rPr>
              <a:t>A participant-centered prototype for exploring health trends and scenarios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CDB85-B3DE-4A9A-862E-4AB461A4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576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A760C-6D46-46BC-BE9A-8385BCBE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yadavaaditya26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5E3BB-5397-4103-A0F4-DFBCF3AE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C7D8EA"/>
                </a:solidFill>
              </a:defRPr>
            </a:defPPr>
            <a:lvl1pPr>
              <a:defRPr sz="1350" b="0">
                <a:solidFill>
                  <a:srgbClr val="C7D8EA"/>
                </a:solidFill>
              </a:defRPr>
            </a:lvl1pPr>
            <a:lvl2pPr>
              <a:defRPr sz="1350" b="0">
                <a:solidFill>
                  <a:srgbClr val="C7D8EA"/>
                </a:solidFill>
              </a:defRPr>
            </a:lvl2pPr>
            <a:lvl3pPr>
              <a:defRPr sz="1350" b="0">
                <a:solidFill>
                  <a:srgbClr val="C7D8EA"/>
                </a:solidFill>
              </a:defRPr>
            </a:lvl3pPr>
            <a:lvl4pPr>
              <a:defRPr sz="1350" b="0">
                <a:solidFill>
                  <a:srgbClr val="C7D8EA"/>
                </a:solidFill>
              </a:defRPr>
            </a:lvl4pPr>
            <a:lvl5pPr>
              <a:defRPr sz="1350" b="0">
                <a:solidFill>
                  <a:srgbClr val="C7D8EA"/>
                </a:solidFill>
              </a:defRPr>
            </a:lvl5pPr>
            <a:lvl6pPr>
              <a:defRPr sz="1350" b="0">
                <a:solidFill>
                  <a:srgbClr val="C7D8EA"/>
                </a:solidFill>
              </a:defRPr>
            </a:lvl6pPr>
            <a:lvl7pPr>
              <a:defRPr sz="1350" b="0">
                <a:solidFill>
                  <a:srgbClr val="C7D8EA"/>
                </a:solidFill>
              </a:defRPr>
            </a:lvl7pPr>
            <a:lvl8pPr>
              <a:defRPr sz="1350" b="0">
                <a:solidFill>
                  <a:srgbClr val="C7D8EA"/>
                </a:solidFill>
              </a:defRPr>
            </a:lvl8pPr>
            <a:lvl9pPr>
              <a:defRPr sz="1350" b="0">
                <a:solidFill>
                  <a:srgbClr val="C7D8E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7D8EA"/>
                </a:solidFill>
              </a:defRPr>
            </a:pPr>
            <a:r>
              <a:rPr sz="1350" b="0">
                <a:solidFill>
                  <a:srgbClr val="C7D8EA"/>
                </a:solidFill>
              </a:rPr>
              <a:t>Lakshmi Narain College of Technology Excellence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4651F-49A1-4944-BCED-B2E8AFAA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47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0FA97-B09E-45D5-8B02-8B9726D5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017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BFD7FF"/>
                </a:solidFill>
              </a:defRPr>
            </a:defPPr>
            <a:lvl1pPr algn="ctr">
              <a:defRPr sz="975" b="1">
                <a:solidFill>
                  <a:srgbClr val="BFD7FF"/>
                </a:solidFill>
              </a:defRPr>
            </a:lvl1pPr>
            <a:lvl2pPr algn="ctr">
              <a:defRPr sz="975" b="1">
                <a:solidFill>
                  <a:srgbClr val="BFD7FF"/>
                </a:solidFill>
              </a:defRPr>
            </a:lvl2pPr>
            <a:lvl3pPr algn="ctr">
              <a:defRPr sz="975" b="1">
                <a:solidFill>
                  <a:srgbClr val="BFD7FF"/>
                </a:solidFill>
              </a:defRPr>
            </a:lvl3pPr>
            <a:lvl4pPr algn="ctr">
              <a:defRPr sz="975" b="1">
                <a:solidFill>
                  <a:srgbClr val="BFD7FF"/>
                </a:solidFill>
              </a:defRPr>
            </a:lvl4pPr>
            <a:lvl5pPr algn="ctr">
              <a:defRPr sz="975" b="1">
                <a:solidFill>
                  <a:srgbClr val="BFD7FF"/>
                </a:solidFill>
              </a:defRPr>
            </a:lvl5pPr>
            <a:lvl6pPr algn="ctr">
              <a:defRPr sz="975" b="1">
                <a:solidFill>
                  <a:srgbClr val="BFD7FF"/>
                </a:solidFill>
              </a:defRPr>
            </a:lvl6pPr>
            <a:lvl7pPr algn="ctr">
              <a:defRPr sz="975" b="1">
                <a:solidFill>
                  <a:srgbClr val="BFD7FF"/>
                </a:solidFill>
              </a:defRPr>
            </a:lvl7pPr>
            <a:lvl8pPr algn="ctr">
              <a:defRPr sz="975" b="1">
                <a:solidFill>
                  <a:srgbClr val="BFD7FF"/>
                </a:solidFill>
              </a:defRPr>
            </a:lvl8pPr>
            <a:lvl9pPr algn="ctr">
              <a:defRPr sz="975" b="1">
                <a:solidFill>
                  <a:srgbClr val="BFD7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BFD7FF"/>
                </a:solidFill>
              </a:defRPr>
            </a:pPr>
            <a:r>
              <a:rPr sz="975" b="1">
                <a:solidFill>
                  <a:srgbClr val="BFD7FF"/>
                </a:solidFill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7B680-0857-4A80-ACF3-2E1FBCCC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91125"/>
            <a:ext cx="952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5909E-6FBB-4504-BAB5-F1B38C82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01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BFD7FF"/>
                </a:solidFill>
              </a:defRPr>
            </a:defPPr>
            <a:lvl1pPr algn="ctr">
              <a:defRPr sz="975" b="1">
                <a:solidFill>
                  <a:srgbClr val="BFD7FF"/>
                </a:solidFill>
              </a:defRPr>
            </a:lvl1pPr>
            <a:lvl2pPr algn="ctr">
              <a:defRPr sz="975" b="1">
                <a:solidFill>
                  <a:srgbClr val="BFD7FF"/>
                </a:solidFill>
              </a:defRPr>
            </a:lvl2pPr>
            <a:lvl3pPr algn="ctr">
              <a:defRPr sz="975" b="1">
                <a:solidFill>
                  <a:srgbClr val="BFD7FF"/>
                </a:solidFill>
              </a:defRPr>
            </a:lvl3pPr>
            <a:lvl4pPr algn="ctr">
              <a:defRPr sz="975" b="1">
                <a:solidFill>
                  <a:srgbClr val="BFD7FF"/>
                </a:solidFill>
              </a:defRPr>
            </a:lvl4pPr>
            <a:lvl5pPr algn="ctr">
              <a:defRPr sz="975" b="1">
                <a:solidFill>
                  <a:srgbClr val="BFD7FF"/>
                </a:solidFill>
              </a:defRPr>
            </a:lvl5pPr>
            <a:lvl6pPr algn="ctr">
              <a:defRPr sz="975" b="1">
                <a:solidFill>
                  <a:srgbClr val="BFD7FF"/>
                </a:solidFill>
              </a:defRPr>
            </a:lvl6pPr>
            <a:lvl7pPr algn="ctr">
              <a:defRPr sz="975" b="1">
                <a:solidFill>
                  <a:srgbClr val="BFD7FF"/>
                </a:solidFill>
              </a:defRPr>
            </a:lvl7pPr>
            <a:lvl8pPr algn="ctr">
              <a:defRPr sz="975" b="1">
                <a:solidFill>
                  <a:srgbClr val="BFD7FF"/>
                </a:solidFill>
              </a:defRPr>
            </a:lvl8pPr>
            <a:lvl9pPr algn="ctr">
              <a:defRPr sz="975" b="1">
                <a:solidFill>
                  <a:srgbClr val="BFD7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BFD7FF"/>
                </a:solidFill>
              </a:defRPr>
            </a:pPr>
            <a:r>
              <a:rPr sz="975" b="1">
                <a:solidFill>
                  <a:srgbClr val="BFD7FF"/>
                </a:solidFill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DC191-FBE3-4BA1-9047-EA2800B6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91125"/>
            <a:ext cx="109537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39049-037D-4A28-8B47-4B9186F0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10175"/>
            <a:ext cx="942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BFD7FF"/>
                </a:solidFill>
              </a:defRPr>
            </a:defPPr>
            <a:lvl1pPr algn="ctr">
              <a:defRPr sz="975" b="1">
                <a:solidFill>
                  <a:srgbClr val="BFD7FF"/>
                </a:solidFill>
              </a:defRPr>
            </a:lvl1pPr>
            <a:lvl2pPr algn="ctr">
              <a:defRPr sz="975" b="1">
                <a:solidFill>
                  <a:srgbClr val="BFD7FF"/>
                </a:solidFill>
              </a:defRPr>
            </a:lvl2pPr>
            <a:lvl3pPr algn="ctr">
              <a:defRPr sz="975" b="1">
                <a:solidFill>
                  <a:srgbClr val="BFD7FF"/>
                </a:solidFill>
              </a:defRPr>
            </a:lvl3pPr>
            <a:lvl4pPr algn="ctr">
              <a:defRPr sz="975" b="1">
                <a:solidFill>
                  <a:srgbClr val="BFD7FF"/>
                </a:solidFill>
              </a:defRPr>
            </a:lvl4pPr>
            <a:lvl5pPr algn="ctr">
              <a:defRPr sz="975" b="1">
                <a:solidFill>
                  <a:srgbClr val="BFD7FF"/>
                </a:solidFill>
              </a:defRPr>
            </a:lvl5pPr>
            <a:lvl6pPr algn="ctr">
              <a:defRPr sz="975" b="1">
                <a:solidFill>
                  <a:srgbClr val="BFD7FF"/>
                </a:solidFill>
              </a:defRPr>
            </a:lvl6pPr>
            <a:lvl7pPr algn="ctr">
              <a:defRPr sz="975" b="1">
                <a:solidFill>
                  <a:srgbClr val="BFD7FF"/>
                </a:solidFill>
              </a:defRPr>
            </a:lvl7pPr>
            <a:lvl8pPr algn="ctr">
              <a:defRPr sz="975" b="1">
                <a:solidFill>
                  <a:srgbClr val="BFD7FF"/>
                </a:solidFill>
              </a:defRPr>
            </a:lvl8pPr>
            <a:lvl9pPr algn="ctr">
              <a:defRPr sz="975" b="1">
                <a:solidFill>
                  <a:srgbClr val="BFD7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BFD7FF"/>
                </a:solidFill>
              </a:defRPr>
            </a:pPr>
            <a:r>
              <a:rPr sz="975" b="1">
                <a:solidFill>
                  <a:srgbClr val="BFD7FF"/>
                </a:solidFill>
              </a:rPr>
              <a:t>CHART.JS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15020-7D88-415E-8BD0-BBE8ADD7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91125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352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5E9B6-3123-4623-BADF-583FB946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2101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E0D4FF"/>
                </a:solidFill>
              </a:defRPr>
            </a:defPPr>
            <a:lvl1pPr algn="ctr">
              <a:defRPr sz="975" b="1">
                <a:solidFill>
                  <a:srgbClr val="E0D4FF"/>
                </a:solidFill>
              </a:defRPr>
            </a:lvl1pPr>
            <a:lvl2pPr algn="ctr">
              <a:defRPr sz="975" b="1">
                <a:solidFill>
                  <a:srgbClr val="E0D4FF"/>
                </a:solidFill>
              </a:defRPr>
            </a:lvl2pPr>
            <a:lvl3pPr algn="ctr">
              <a:defRPr sz="975" b="1">
                <a:solidFill>
                  <a:srgbClr val="E0D4FF"/>
                </a:solidFill>
              </a:defRPr>
            </a:lvl3pPr>
            <a:lvl4pPr algn="ctr">
              <a:defRPr sz="975" b="1">
                <a:solidFill>
                  <a:srgbClr val="E0D4FF"/>
                </a:solidFill>
              </a:defRPr>
            </a:lvl4pPr>
            <a:lvl5pPr algn="ctr">
              <a:defRPr sz="975" b="1">
                <a:solidFill>
                  <a:srgbClr val="E0D4FF"/>
                </a:solidFill>
              </a:defRPr>
            </a:lvl5pPr>
            <a:lvl6pPr algn="ctr">
              <a:defRPr sz="975" b="1">
                <a:solidFill>
                  <a:srgbClr val="E0D4FF"/>
                </a:solidFill>
              </a:defRPr>
            </a:lvl6pPr>
            <a:lvl7pPr algn="ctr">
              <a:defRPr sz="975" b="1">
                <a:solidFill>
                  <a:srgbClr val="E0D4FF"/>
                </a:solidFill>
              </a:defRPr>
            </a:lvl7pPr>
            <a:lvl8pPr algn="ctr">
              <a:defRPr sz="975" b="1">
                <a:solidFill>
                  <a:srgbClr val="E0D4FF"/>
                </a:solidFill>
              </a:defRPr>
            </a:lvl8pPr>
            <a:lvl9pPr algn="ctr">
              <a:defRPr sz="975" b="1">
                <a:solidFill>
                  <a:srgbClr val="E0D4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E0D4FF"/>
                </a:solidFill>
              </a:defRPr>
            </a:pPr>
            <a:r>
              <a:rPr sz="975" b="1">
                <a:solidFill>
                  <a:srgbClr val="E0D4FF"/>
                </a:solidFill>
              </a:rPr>
              <a:t>SCIKIT-LEARN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86CD8-56C4-4D9C-AFAC-82F38DE1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A9C0D6"/>
                </a:solidFill>
              </a:defRPr>
            </a:defPPr>
            <a:lvl1pPr>
              <a:defRPr sz="1050" b="0">
                <a:solidFill>
                  <a:srgbClr val="A9C0D6"/>
                </a:solidFill>
              </a:defRPr>
            </a:lvl1pPr>
            <a:lvl2pPr>
              <a:defRPr sz="1050" b="0">
                <a:solidFill>
                  <a:srgbClr val="A9C0D6"/>
                </a:solidFill>
              </a:defRPr>
            </a:lvl2pPr>
            <a:lvl3pPr>
              <a:defRPr sz="1050" b="0">
                <a:solidFill>
                  <a:srgbClr val="A9C0D6"/>
                </a:solidFill>
              </a:defRPr>
            </a:lvl3pPr>
            <a:lvl4pPr>
              <a:defRPr sz="1050" b="0">
                <a:solidFill>
                  <a:srgbClr val="A9C0D6"/>
                </a:solidFill>
              </a:defRPr>
            </a:lvl4pPr>
            <a:lvl5pPr>
              <a:defRPr sz="1050" b="0">
                <a:solidFill>
                  <a:srgbClr val="A9C0D6"/>
                </a:solidFill>
              </a:defRPr>
            </a:lvl5pPr>
            <a:lvl6pPr>
              <a:defRPr sz="1050" b="0">
                <a:solidFill>
                  <a:srgbClr val="A9C0D6"/>
                </a:solidFill>
              </a:defRPr>
            </a:lvl6pPr>
            <a:lvl7pPr>
              <a:defRPr sz="1050" b="0">
                <a:solidFill>
                  <a:srgbClr val="A9C0D6"/>
                </a:solidFill>
              </a:defRPr>
            </a:lvl7pPr>
            <a:lvl8pPr>
              <a:defRPr sz="1050" b="0">
                <a:solidFill>
                  <a:srgbClr val="A9C0D6"/>
                </a:solidFill>
              </a:defRPr>
            </a:lvl8pPr>
            <a:lvl9pPr>
              <a:defRPr sz="1050" b="0">
                <a:solidFill>
                  <a:srgbClr val="A9C0D6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9C0D6"/>
                </a:solidFill>
              </a:defRPr>
            </a:pPr>
            <a:r>
              <a:rPr sz="1050" b="0">
                <a:solidFill>
                  <a:srgbClr val="A9C0D6"/>
                </a:solidFill>
              </a:rPr>
              <a:t>Challenge submission  |  Prototype status</a:t>
            </a:r>
          </a:p>
        </p:txBody>
      </p:sp>
    </p:spTree>
    <p:extLst>
      <p:ext uri="{BB962C8B-B14F-4D97-AF65-F5344CB8AC3E}">
        <p14:creationId xmlns:p14="http://schemas.microsoft.com/office/powerpoint/2010/main" val="156549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4651B-DFDD-4ACC-8B47-1EC4CC77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79134-7F20-466B-B91D-BE1FC6B3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Problem and target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E70C3-BC38-4BAB-A382-950CBCE8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27D98"/>
                </a:solidFill>
              </a:defRPr>
            </a:defPPr>
            <a:lvl1pPr>
              <a:defRPr sz="1275" b="0">
                <a:solidFill>
                  <a:srgbClr val="627D98"/>
                </a:solidFill>
              </a:defRPr>
            </a:lvl1pPr>
            <a:lvl2pPr>
              <a:defRPr sz="1275" b="0">
                <a:solidFill>
                  <a:srgbClr val="627D98"/>
                </a:solidFill>
              </a:defRPr>
            </a:lvl2pPr>
            <a:lvl3pPr>
              <a:defRPr sz="1275" b="0">
                <a:solidFill>
                  <a:srgbClr val="627D98"/>
                </a:solidFill>
              </a:defRPr>
            </a:lvl3pPr>
            <a:lvl4pPr>
              <a:defRPr sz="1275" b="0">
                <a:solidFill>
                  <a:srgbClr val="627D98"/>
                </a:solidFill>
              </a:defRPr>
            </a:lvl4pPr>
            <a:lvl5pPr>
              <a:defRPr sz="1275" b="0">
                <a:solidFill>
                  <a:srgbClr val="627D98"/>
                </a:solidFill>
              </a:defRPr>
            </a:lvl5pPr>
            <a:lvl6pPr>
              <a:defRPr sz="1275" b="0">
                <a:solidFill>
                  <a:srgbClr val="627D98"/>
                </a:solidFill>
              </a:defRPr>
            </a:lvl6pPr>
            <a:lvl7pPr>
              <a:defRPr sz="1275" b="0">
                <a:solidFill>
                  <a:srgbClr val="627D98"/>
                </a:solidFill>
              </a:defRPr>
            </a:lvl7pPr>
            <a:lvl8pPr>
              <a:defRPr sz="1275" b="0">
                <a:solidFill>
                  <a:srgbClr val="627D98"/>
                </a:solidFill>
              </a:defRPr>
            </a:lvl8pPr>
            <a:lvl9pPr>
              <a:defRPr sz="127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D98"/>
                </a:solidFill>
              </a:defRPr>
            </a:pPr>
            <a:r>
              <a:rPr sz="1275" b="0">
                <a:solidFill>
                  <a:srgbClr val="627D98"/>
                </a:solidFill>
              </a:rPr>
              <a:t>A clear view of change over time is the product’s central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79806-56CC-437E-A986-08695F26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54052-B794-452F-AB00-B5B8731E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27D98"/>
                </a:solidFill>
              </a:defRPr>
            </a:defPPr>
            <a:lvl1pPr>
              <a:defRPr sz="900" b="0">
                <a:solidFill>
                  <a:srgbClr val="627D98"/>
                </a:solidFill>
              </a:defRPr>
            </a:lvl1pPr>
            <a:lvl2pPr>
              <a:defRPr sz="900" b="0">
                <a:solidFill>
                  <a:srgbClr val="627D98"/>
                </a:solidFill>
              </a:defRPr>
            </a:lvl2pPr>
            <a:lvl3pPr>
              <a:defRPr sz="900" b="0">
                <a:solidFill>
                  <a:srgbClr val="627D98"/>
                </a:solidFill>
              </a:defRPr>
            </a:lvl3pPr>
            <a:lvl4pPr>
              <a:defRPr sz="900" b="0">
                <a:solidFill>
                  <a:srgbClr val="627D98"/>
                </a:solidFill>
              </a:defRPr>
            </a:lvl4pPr>
            <a:lvl5pPr>
              <a:defRPr sz="900" b="0">
                <a:solidFill>
                  <a:srgbClr val="627D98"/>
                </a:solidFill>
              </a:defRPr>
            </a:lvl5pPr>
            <a:lvl6pPr>
              <a:defRPr sz="900" b="0">
                <a:solidFill>
                  <a:srgbClr val="627D98"/>
                </a:solidFill>
              </a:defRPr>
            </a:lvl6pPr>
            <a:lvl7pPr>
              <a:defRPr sz="900" b="0">
                <a:solidFill>
                  <a:srgbClr val="627D98"/>
                </a:solidFill>
              </a:defRPr>
            </a:lvl7pPr>
            <a:lvl8pPr>
              <a:defRPr sz="900" b="0">
                <a:solidFill>
                  <a:srgbClr val="627D98"/>
                </a:solidFill>
              </a:defRPr>
            </a:lvl8pPr>
            <a:lvl9pPr>
              <a:defRPr sz="9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HealthTwin  |  yadavaaditya26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39B34-B2C8-4BD0-882B-14E336A0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627D98"/>
                </a:solidFill>
              </a:defRPr>
            </a:defPPr>
            <a:lvl1pPr algn="r">
              <a:defRPr sz="900" b="1">
                <a:solidFill>
                  <a:srgbClr val="627D98"/>
                </a:solidFill>
              </a:defRPr>
            </a:lvl1pPr>
            <a:lvl2pPr algn="r">
              <a:defRPr sz="900" b="1">
                <a:solidFill>
                  <a:srgbClr val="627D98"/>
                </a:solidFill>
              </a:defRPr>
            </a:lvl2pPr>
            <a:lvl3pPr algn="r">
              <a:defRPr sz="900" b="1">
                <a:solidFill>
                  <a:srgbClr val="627D98"/>
                </a:solidFill>
              </a:defRPr>
            </a:lvl3pPr>
            <a:lvl4pPr algn="r">
              <a:defRPr sz="900" b="1">
                <a:solidFill>
                  <a:srgbClr val="627D98"/>
                </a:solidFill>
              </a:defRPr>
            </a:lvl4pPr>
            <a:lvl5pPr algn="r">
              <a:defRPr sz="900" b="1">
                <a:solidFill>
                  <a:srgbClr val="627D98"/>
                </a:solidFill>
              </a:defRPr>
            </a:lvl5pPr>
            <a:lvl6pPr algn="r">
              <a:defRPr sz="900" b="1">
                <a:solidFill>
                  <a:srgbClr val="627D98"/>
                </a:solidFill>
              </a:defRPr>
            </a:lvl6pPr>
            <a:lvl7pPr algn="r">
              <a:defRPr sz="900" b="1">
                <a:solidFill>
                  <a:srgbClr val="627D98"/>
                </a:solidFill>
              </a:defRPr>
            </a:lvl7pPr>
            <a:lvl8pPr algn="r">
              <a:defRPr sz="900" b="1">
                <a:solidFill>
                  <a:srgbClr val="627D98"/>
                </a:solidFill>
              </a:defRPr>
            </a:lvl8pPr>
            <a:lvl9pPr algn="r">
              <a:defRPr sz="900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27D98"/>
                </a:solidFill>
              </a:defRPr>
            </a:pPr>
            <a:r>
              <a:rPr sz="900" b="1">
                <a:solidFill>
                  <a:srgbClr val="627D9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4A86A-1D37-442E-A51F-345E153E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5095875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3045C-12FB-47B7-B345-B40ED608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43276-C6C1-4032-806F-A3CD1951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471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The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ADE17-E764-41D7-9289-C582F7BF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4695825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Health measurements can be recorded over time without an accessible way to explore trends or compare hypothetical future scenarios.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HealthTwin brings a participant profile and timestamped readings into one demo 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1E350-6333-4475-95EC-BA0B7BF9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55626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F219D-9CD5-4311-98F2-4DF9C8A6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5ECF3-D7A5-4B8B-9C3C-D0D8EBE2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62125"/>
            <a:ext cx="5181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The target use case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96DAA-FECA-4691-981C-178C0DE4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5162550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A demo participant records weight, resting heart rate, and glucose. They review past measurements, compare a stable baseline with an illustrative rule-based scenario, and inspect a separate educational classifier.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14688-4B19-4698-9F23-C7F5BC21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A43"/>
                </a:solidFill>
              </a:defRPr>
            </a:defPPr>
            <a:lvl1pPr>
              <a:defRPr sz="1275" b="1">
                <a:solidFill>
                  <a:srgbClr val="102A43"/>
                </a:solidFill>
              </a:defRPr>
            </a:lvl1pPr>
            <a:lvl2pPr>
              <a:defRPr sz="1275" b="1">
                <a:solidFill>
                  <a:srgbClr val="102A43"/>
                </a:solidFill>
              </a:defRPr>
            </a:lvl2pPr>
            <a:lvl3pPr>
              <a:defRPr sz="1275" b="1">
                <a:solidFill>
                  <a:srgbClr val="102A43"/>
                </a:solidFill>
              </a:defRPr>
            </a:lvl3pPr>
            <a:lvl4pPr>
              <a:defRPr sz="1275" b="1">
                <a:solidFill>
                  <a:srgbClr val="102A43"/>
                </a:solidFill>
              </a:defRPr>
            </a:lvl4pPr>
            <a:lvl5pPr>
              <a:defRPr sz="1275" b="1">
                <a:solidFill>
                  <a:srgbClr val="102A43"/>
                </a:solidFill>
              </a:defRPr>
            </a:lvl5pPr>
            <a:lvl6pPr>
              <a:defRPr sz="1275" b="1">
                <a:solidFill>
                  <a:srgbClr val="102A43"/>
                </a:solidFill>
              </a:defRPr>
            </a:lvl6pPr>
            <a:lvl7pPr>
              <a:defRPr sz="1275" b="1">
                <a:solidFill>
                  <a:srgbClr val="102A43"/>
                </a:solidFill>
              </a:defRPr>
            </a:lvl7pPr>
            <a:lvl8pPr>
              <a:defRPr sz="1275" b="1">
                <a:solidFill>
                  <a:srgbClr val="102A43"/>
                </a:solidFill>
              </a:defRPr>
            </a:lvl8pPr>
            <a:lvl9pPr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Prototype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D932F-C41D-4749-A740-E362005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243B53"/>
                </a:solidFill>
              </a:defRPr>
            </a:defPPr>
            <a:lvl1pPr>
              <a:defRPr sz="1425" b="0">
                <a:solidFill>
                  <a:srgbClr val="243B53"/>
                </a:solidFill>
              </a:defRPr>
            </a:lvl1pPr>
            <a:lvl2pPr>
              <a:defRPr sz="1425" b="0">
                <a:solidFill>
                  <a:srgbClr val="243B53"/>
                </a:solidFill>
              </a:defRPr>
            </a:lvl2pPr>
            <a:lvl3pPr>
              <a:defRPr sz="1425" b="0">
                <a:solidFill>
                  <a:srgbClr val="243B53"/>
                </a:solidFill>
              </a:defRPr>
            </a:lvl3pPr>
            <a:lvl4pPr>
              <a:defRPr sz="1425" b="0">
                <a:solidFill>
                  <a:srgbClr val="243B53"/>
                </a:solidFill>
              </a:defRPr>
            </a:lvl4pPr>
            <a:lvl5pPr>
              <a:defRPr sz="1425" b="0">
                <a:solidFill>
                  <a:srgbClr val="243B53"/>
                </a:solidFill>
              </a:defRPr>
            </a:lvl5pPr>
            <a:lvl6pPr>
              <a:defRPr sz="1425" b="0">
                <a:solidFill>
                  <a:srgbClr val="243B53"/>
                </a:solidFill>
              </a:defRPr>
            </a:lvl6pPr>
            <a:lvl7pPr>
              <a:defRPr sz="1425" b="0">
                <a:solidFill>
                  <a:srgbClr val="243B53"/>
                </a:solidFill>
              </a:defRPr>
            </a:lvl7pPr>
            <a:lvl8pPr>
              <a:defRPr sz="1425" b="0">
                <a:solidFill>
                  <a:srgbClr val="243B53"/>
                </a:solidFill>
              </a:defRPr>
            </a:lvl8pPr>
            <a:lvl9pPr>
              <a:defRPr sz="14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Exploration and demonstration for a participant profile. No diagnosis or treatment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885777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ADD94A-726E-4E80-B600-11E6E079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BBA0A-E549-4693-919C-A9958564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Participant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3FD81-2FAC-4FB4-BC75-815FA70E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27D98"/>
                </a:solidFill>
              </a:defRPr>
            </a:defPPr>
            <a:lvl1pPr>
              <a:defRPr sz="1275" b="0">
                <a:solidFill>
                  <a:srgbClr val="627D98"/>
                </a:solidFill>
              </a:defRPr>
            </a:lvl1pPr>
            <a:lvl2pPr>
              <a:defRPr sz="1275" b="0">
                <a:solidFill>
                  <a:srgbClr val="627D98"/>
                </a:solidFill>
              </a:defRPr>
            </a:lvl2pPr>
            <a:lvl3pPr>
              <a:defRPr sz="1275" b="0">
                <a:solidFill>
                  <a:srgbClr val="627D98"/>
                </a:solidFill>
              </a:defRPr>
            </a:lvl3pPr>
            <a:lvl4pPr>
              <a:defRPr sz="1275" b="0">
                <a:solidFill>
                  <a:srgbClr val="627D98"/>
                </a:solidFill>
              </a:defRPr>
            </a:lvl4pPr>
            <a:lvl5pPr>
              <a:defRPr sz="1275" b="0">
                <a:solidFill>
                  <a:srgbClr val="627D98"/>
                </a:solidFill>
              </a:defRPr>
            </a:lvl5pPr>
            <a:lvl6pPr>
              <a:defRPr sz="1275" b="0">
                <a:solidFill>
                  <a:srgbClr val="627D98"/>
                </a:solidFill>
              </a:defRPr>
            </a:lvl6pPr>
            <a:lvl7pPr>
              <a:defRPr sz="1275" b="0">
                <a:solidFill>
                  <a:srgbClr val="627D98"/>
                </a:solidFill>
              </a:defRPr>
            </a:lvl7pPr>
            <a:lvl8pPr>
              <a:defRPr sz="1275" b="0">
                <a:solidFill>
                  <a:srgbClr val="627D98"/>
                </a:solidFill>
              </a:defRPr>
            </a:lvl8pPr>
            <a:lvl9pPr>
              <a:defRPr sz="127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D98"/>
                </a:solidFill>
              </a:defRPr>
            </a:pPr>
            <a:r>
              <a:rPr sz="1275" b="0">
                <a:solidFill>
                  <a:srgbClr val="627D98"/>
                </a:solidFill>
              </a:rPr>
              <a:t>From a baseline profile to readable longitudinal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2C2C9-39F5-43B5-896C-8CD77F66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7A245-C914-410F-8954-9C138750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27D98"/>
                </a:solidFill>
              </a:defRPr>
            </a:defPPr>
            <a:lvl1pPr>
              <a:defRPr sz="900" b="0">
                <a:solidFill>
                  <a:srgbClr val="627D98"/>
                </a:solidFill>
              </a:defRPr>
            </a:lvl1pPr>
            <a:lvl2pPr>
              <a:defRPr sz="900" b="0">
                <a:solidFill>
                  <a:srgbClr val="627D98"/>
                </a:solidFill>
              </a:defRPr>
            </a:lvl2pPr>
            <a:lvl3pPr>
              <a:defRPr sz="900" b="0">
                <a:solidFill>
                  <a:srgbClr val="627D98"/>
                </a:solidFill>
              </a:defRPr>
            </a:lvl3pPr>
            <a:lvl4pPr>
              <a:defRPr sz="900" b="0">
                <a:solidFill>
                  <a:srgbClr val="627D98"/>
                </a:solidFill>
              </a:defRPr>
            </a:lvl4pPr>
            <a:lvl5pPr>
              <a:defRPr sz="900" b="0">
                <a:solidFill>
                  <a:srgbClr val="627D98"/>
                </a:solidFill>
              </a:defRPr>
            </a:lvl5pPr>
            <a:lvl6pPr>
              <a:defRPr sz="900" b="0">
                <a:solidFill>
                  <a:srgbClr val="627D98"/>
                </a:solidFill>
              </a:defRPr>
            </a:lvl6pPr>
            <a:lvl7pPr>
              <a:defRPr sz="900" b="0">
                <a:solidFill>
                  <a:srgbClr val="627D98"/>
                </a:solidFill>
              </a:defRPr>
            </a:lvl7pPr>
            <a:lvl8pPr>
              <a:defRPr sz="900" b="0">
                <a:solidFill>
                  <a:srgbClr val="627D98"/>
                </a:solidFill>
              </a:defRPr>
            </a:lvl8pPr>
            <a:lvl9pPr>
              <a:defRPr sz="9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HealthTwin  |  yadavaaditya26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DD250-7792-43AE-86F4-9E595419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627D98"/>
                </a:solidFill>
              </a:defRPr>
            </a:defPPr>
            <a:lvl1pPr algn="r">
              <a:defRPr sz="900" b="1">
                <a:solidFill>
                  <a:srgbClr val="627D98"/>
                </a:solidFill>
              </a:defRPr>
            </a:lvl1pPr>
            <a:lvl2pPr algn="r">
              <a:defRPr sz="900" b="1">
                <a:solidFill>
                  <a:srgbClr val="627D98"/>
                </a:solidFill>
              </a:defRPr>
            </a:lvl2pPr>
            <a:lvl3pPr algn="r">
              <a:defRPr sz="900" b="1">
                <a:solidFill>
                  <a:srgbClr val="627D98"/>
                </a:solidFill>
              </a:defRPr>
            </a:lvl3pPr>
            <a:lvl4pPr algn="r">
              <a:defRPr sz="900" b="1">
                <a:solidFill>
                  <a:srgbClr val="627D98"/>
                </a:solidFill>
              </a:defRPr>
            </a:lvl4pPr>
            <a:lvl5pPr algn="r">
              <a:defRPr sz="900" b="1">
                <a:solidFill>
                  <a:srgbClr val="627D98"/>
                </a:solidFill>
              </a:defRPr>
            </a:lvl5pPr>
            <a:lvl6pPr algn="r">
              <a:defRPr sz="900" b="1">
                <a:solidFill>
                  <a:srgbClr val="627D98"/>
                </a:solidFill>
              </a:defRPr>
            </a:lvl6pPr>
            <a:lvl7pPr algn="r">
              <a:defRPr sz="900" b="1">
                <a:solidFill>
                  <a:srgbClr val="627D98"/>
                </a:solidFill>
              </a:defRPr>
            </a:lvl7pPr>
            <a:lvl8pPr algn="r">
              <a:defRPr sz="900" b="1">
                <a:solidFill>
                  <a:srgbClr val="627D98"/>
                </a:solidFill>
              </a:defRPr>
            </a:lvl8pPr>
            <a:lvl9pPr algn="r">
              <a:defRPr sz="900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27D98"/>
                </a:solidFill>
              </a:defRPr>
            </a:pPr>
            <a:r>
              <a:rPr sz="900" b="1">
                <a:solidFill>
                  <a:srgbClr val="627D98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8A6C0-B4EE-4FC3-A9ED-9FB07155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A2A68-901C-43B5-9C8C-D552F8E0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57BF2-54EA-4ED3-931D-2B359905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2A92B-7507-4789-9D5E-F85C8217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Create or retrieve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046DC-A657-480E-9358-1F9A20E2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Open the demo participant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8DDC7-0CBD-4EC3-8B89-C42D845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575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2690C-C57A-4EDA-B1EF-F78D5072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62150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7CF49-5258-4956-8C4A-0221705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71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A0A45-C844-4C9A-9463-15816791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FD380-8DCA-4093-9A58-0F71E001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98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Add measurements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C8186-DB8D-4B98-80E8-FE6B3E63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Record value, type, and timestamp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1E7C5-220F-4056-99D5-417CBA0F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575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2F8D6-1BCA-4700-A19D-79DB3A70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3BBAC-BED8-4588-A3AB-552891E0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71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5B417A-C0E9-49D9-8D2D-EBCF3221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879B4-3720-424F-8BFF-2E459E3E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98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Review trends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CCB6A-1394-4141-82BA-D0E1E644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View historical readings in the 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F0CB1-9E9F-4ADB-8077-936DFE76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0575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2DDC95-0EDA-489B-8EF8-0574CA17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90B8E0-7867-4A20-AD73-AFB81F84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61864F-65A9-4763-9E94-049B3924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309BF-866A-4E33-8E2A-A82967C9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98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Explore scenarios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65C5AC-2BBA-409A-8CCE-F7B4A479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Compare stable baseline and hypothetical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631B04-834B-4003-A1A9-943E066F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47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C9D6ED-FDCA-4054-BC94-5ABA8EE7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563EB"/>
                </a:solidFill>
              </a:defRPr>
            </a:defPPr>
            <a:lvl1pPr algn="ctr">
              <a:defRPr sz="975" b="1">
                <a:solidFill>
                  <a:srgbClr val="2563EB"/>
                </a:solidFill>
              </a:defRPr>
            </a:lvl1pPr>
            <a:lvl2pPr algn="ctr">
              <a:defRPr sz="975" b="1">
                <a:solidFill>
                  <a:srgbClr val="2563EB"/>
                </a:solidFill>
              </a:defRPr>
            </a:lvl2pPr>
            <a:lvl3pPr algn="ctr">
              <a:defRPr sz="975" b="1">
                <a:solidFill>
                  <a:srgbClr val="2563EB"/>
                </a:solidFill>
              </a:defRPr>
            </a:lvl3pPr>
            <a:lvl4pPr algn="ctr">
              <a:defRPr sz="975" b="1">
                <a:solidFill>
                  <a:srgbClr val="2563EB"/>
                </a:solidFill>
              </a:defRPr>
            </a:lvl4pPr>
            <a:lvl5pPr algn="ctr">
              <a:defRPr sz="975" b="1">
                <a:solidFill>
                  <a:srgbClr val="2563EB"/>
                </a:solidFill>
              </a:defRPr>
            </a:lvl5pPr>
            <a:lvl6pPr algn="ctr">
              <a:defRPr sz="975" b="1">
                <a:solidFill>
                  <a:srgbClr val="2563EB"/>
                </a:solidFill>
              </a:defRPr>
            </a:lvl6pPr>
            <a:lvl7pPr algn="ctr">
              <a:defRPr sz="975" b="1">
                <a:solidFill>
                  <a:srgbClr val="2563EB"/>
                </a:solidFill>
              </a:defRPr>
            </a:lvl7pPr>
            <a:lvl8pPr algn="ctr">
              <a:defRPr sz="975" b="1">
                <a:solidFill>
                  <a:srgbClr val="2563EB"/>
                </a:solidFill>
              </a:defRPr>
            </a:lvl8pPr>
            <a:lvl9pPr algn="ctr">
              <a:defRPr sz="9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WEIGHT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3D5C95-9AEF-46EA-A5CB-EBAA65DE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19526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243D77-1F9A-4F22-9871-73F3C118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8155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0F9D8A"/>
                </a:solidFill>
              </a:defRPr>
            </a:defPPr>
            <a:lvl1pPr algn="ctr">
              <a:defRPr sz="975" b="1">
                <a:solidFill>
                  <a:srgbClr val="0F9D8A"/>
                </a:solidFill>
              </a:defRPr>
            </a:lvl1pPr>
            <a:lvl2pPr algn="ctr">
              <a:defRPr sz="975" b="1">
                <a:solidFill>
                  <a:srgbClr val="0F9D8A"/>
                </a:solidFill>
              </a:defRPr>
            </a:lvl2pPr>
            <a:lvl3pPr algn="ctr">
              <a:defRPr sz="975" b="1">
                <a:solidFill>
                  <a:srgbClr val="0F9D8A"/>
                </a:solidFill>
              </a:defRPr>
            </a:lvl3pPr>
            <a:lvl4pPr algn="ctr">
              <a:defRPr sz="975" b="1">
                <a:solidFill>
                  <a:srgbClr val="0F9D8A"/>
                </a:solidFill>
              </a:defRPr>
            </a:lvl4pPr>
            <a:lvl5pPr algn="ctr">
              <a:defRPr sz="975" b="1">
                <a:solidFill>
                  <a:srgbClr val="0F9D8A"/>
                </a:solidFill>
              </a:defRPr>
            </a:lvl5pPr>
            <a:lvl6pPr algn="ctr">
              <a:defRPr sz="975" b="1">
                <a:solidFill>
                  <a:srgbClr val="0F9D8A"/>
                </a:solidFill>
              </a:defRPr>
            </a:lvl6pPr>
            <a:lvl7pPr algn="ctr">
              <a:defRPr sz="975" b="1">
                <a:solidFill>
                  <a:srgbClr val="0F9D8A"/>
                </a:solidFill>
              </a:defRPr>
            </a:lvl7pPr>
            <a:lvl8pPr algn="ctr">
              <a:defRPr sz="975" b="1">
                <a:solidFill>
                  <a:srgbClr val="0F9D8A"/>
                </a:solidFill>
              </a:defRPr>
            </a:lvl8pPr>
            <a:lvl9pPr algn="ctr">
              <a:defRPr sz="975" b="1">
                <a:solidFill>
                  <a:srgbClr val="0F9D8A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F9D8A"/>
                </a:solidFill>
              </a:defRPr>
            </a:pPr>
            <a:r>
              <a:rPr sz="975" b="1">
                <a:solidFill>
                  <a:srgbClr val="0F9D8A"/>
                </a:solidFill>
              </a:rPr>
              <a:t>RESTING HEART 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DB597D-C5A3-46D7-BA8C-7105400C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62500"/>
            <a:ext cx="109537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633AA1-AAC7-4A3E-B826-D68C2B94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781550"/>
            <a:ext cx="942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7C3AED"/>
                </a:solidFill>
              </a:defRPr>
            </a:defPPr>
            <a:lvl1pPr algn="ctr">
              <a:defRPr sz="975" b="1">
                <a:solidFill>
                  <a:srgbClr val="7C3AED"/>
                </a:solidFill>
              </a:defRPr>
            </a:lvl1pPr>
            <a:lvl2pPr algn="ctr">
              <a:defRPr sz="975" b="1">
                <a:solidFill>
                  <a:srgbClr val="7C3AED"/>
                </a:solidFill>
              </a:defRPr>
            </a:lvl2pPr>
            <a:lvl3pPr algn="ctr">
              <a:defRPr sz="975" b="1">
                <a:solidFill>
                  <a:srgbClr val="7C3AED"/>
                </a:solidFill>
              </a:defRPr>
            </a:lvl3pPr>
            <a:lvl4pPr algn="ctr">
              <a:defRPr sz="975" b="1">
                <a:solidFill>
                  <a:srgbClr val="7C3AED"/>
                </a:solidFill>
              </a:defRPr>
            </a:lvl4pPr>
            <a:lvl5pPr algn="ctr">
              <a:defRPr sz="975" b="1">
                <a:solidFill>
                  <a:srgbClr val="7C3AED"/>
                </a:solidFill>
              </a:defRPr>
            </a:lvl5pPr>
            <a:lvl6pPr algn="ctr">
              <a:defRPr sz="975" b="1">
                <a:solidFill>
                  <a:srgbClr val="7C3AED"/>
                </a:solidFill>
              </a:defRPr>
            </a:lvl6pPr>
            <a:lvl7pPr algn="ctr">
              <a:defRPr sz="975" b="1">
                <a:solidFill>
                  <a:srgbClr val="7C3AED"/>
                </a:solidFill>
              </a:defRPr>
            </a:lvl7pPr>
            <a:lvl8pPr algn="ctr">
              <a:defRPr sz="975" b="1">
                <a:solidFill>
                  <a:srgbClr val="7C3AED"/>
                </a:solidFill>
              </a:defRPr>
            </a:lvl8pPr>
            <a:lvl9pPr algn="ctr">
              <a:defRPr sz="975" b="1">
                <a:solidFill>
                  <a:srgbClr val="7C3AED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GLUCOSE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34F6C2-9F02-4DC9-B0D5-1933F43E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27D98"/>
                </a:solidFill>
              </a:defRPr>
            </a:defPPr>
            <a:lvl1pPr>
              <a:defRPr sz="1350" b="0">
                <a:solidFill>
                  <a:srgbClr val="627D98"/>
                </a:solidFill>
              </a:defRPr>
            </a:lvl1pPr>
            <a:lvl2pPr>
              <a:defRPr sz="1350" b="0">
                <a:solidFill>
                  <a:srgbClr val="627D98"/>
                </a:solidFill>
              </a:defRPr>
            </a:lvl2pPr>
            <a:lvl3pPr>
              <a:defRPr sz="1350" b="0">
                <a:solidFill>
                  <a:srgbClr val="627D98"/>
                </a:solidFill>
              </a:defRPr>
            </a:lvl3pPr>
            <a:lvl4pPr>
              <a:defRPr sz="1350" b="0">
                <a:solidFill>
                  <a:srgbClr val="627D98"/>
                </a:solidFill>
              </a:defRPr>
            </a:lvl4pPr>
            <a:lvl5pPr>
              <a:defRPr sz="1350" b="0">
                <a:solidFill>
                  <a:srgbClr val="627D98"/>
                </a:solidFill>
              </a:defRPr>
            </a:lvl5pPr>
            <a:lvl6pPr>
              <a:defRPr sz="1350" b="0">
                <a:solidFill>
                  <a:srgbClr val="627D98"/>
                </a:solidFill>
              </a:defRPr>
            </a:lvl6pPr>
            <a:lvl7pPr>
              <a:defRPr sz="1350" b="0">
                <a:solidFill>
                  <a:srgbClr val="627D98"/>
                </a:solidFill>
              </a:defRPr>
            </a:lvl7pPr>
            <a:lvl8pPr>
              <a:defRPr sz="1350" b="0">
                <a:solidFill>
                  <a:srgbClr val="627D98"/>
                </a:solidFill>
              </a:defRPr>
            </a:lvl8pPr>
            <a:lvl9pPr>
              <a:defRPr sz="135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Each measurement is associated with a participant and timestamp for trend review.</a:t>
            </a:r>
          </a:p>
        </p:txBody>
      </p:sp>
    </p:spTree>
    <p:extLst>
      <p:ext uri="{BB962C8B-B14F-4D97-AF65-F5344CB8AC3E}">
        <p14:creationId xmlns:p14="http://schemas.microsoft.com/office/powerpoint/2010/main" val="10896342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7D4E6F-AD50-4EAF-9FA9-8AC4C50D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150E9-8FD2-471B-A0BC-958DC9B9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44A7D-A6FC-4344-A94A-BE3B0B5D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27D98"/>
                </a:solidFill>
              </a:defRPr>
            </a:defPPr>
            <a:lvl1pPr>
              <a:defRPr sz="1275" b="0">
                <a:solidFill>
                  <a:srgbClr val="627D98"/>
                </a:solidFill>
              </a:defRPr>
            </a:lvl1pPr>
            <a:lvl2pPr>
              <a:defRPr sz="1275" b="0">
                <a:solidFill>
                  <a:srgbClr val="627D98"/>
                </a:solidFill>
              </a:defRPr>
            </a:lvl2pPr>
            <a:lvl3pPr>
              <a:defRPr sz="1275" b="0">
                <a:solidFill>
                  <a:srgbClr val="627D98"/>
                </a:solidFill>
              </a:defRPr>
            </a:lvl3pPr>
            <a:lvl4pPr>
              <a:defRPr sz="1275" b="0">
                <a:solidFill>
                  <a:srgbClr val="627D98"/>
                </a:solidFill>
              </a:defRPr>
            </a:lvl4pPr>
            <a:lvl5pPr>
              <a:defRPr sz="1275" b="0">
                <a:solidFill>
                  <a:srgbClr val="627D98"/>
                </a:solidFill>
              </a:defRPr>
            </a:lvl5pPr>
            <a:lvl6pPr>
              <a:defRPr sz="1275" b="0">
                <a:solidFill>
                  <a:srgbClr val="627D98"/>
                </a:solidFill>
              </a:defRPr>
            </a:lvl6pPr>
            <a:lvl7pPr>
              <a:defRPr sz="1275" b="0">
                <a:solidFill>
                  <a:srgbClr val="627D98"/>
                </a:solidFill>
              </a:defRPr>
            </a:lvl7pPr>
            <a:lvl8pPr>
              <a:defRPr sz="1275" b="0">
                <a:solidFill>
                  <a:srgbClr val="627D98"/>
                </a:solidFill>
              </a:defRPr>
            </a:lvl8pPr>
            <a:lvl9pPr>
              <a:defRPr sz="127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D98"/>
                </a:solidFill>
              </a:defRPr>
            </a:pPr>
            <a:r>
              <a:rPr sz="1275" b="0">
                <a:solidFill>
                  <a:srgbClr val="627D98"/>
                </a:solidFill>
              </a:rPr>
              <a:t>Web dashboard, API, local storage, and two distinct analysis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F4BAA-11FB-4882-986B-684E851C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97F58-5424-4741-BB7A-30E66386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27D98"/>
                </a:solidFill>
              </a:defRPr>
            </a:defPPr>
            <a:lvl1pPr>
              <a:defRPr sz="900" b="0">
                <a:solidFill>
                  <a:srgbClr val="627D98"/>
                </a:solidFill>
              </a:defRPr>
            </a:lvl1pPr>
            <a:lvl2pPr>
              <a:defRPr sz="900" b="0">
                <a:solidFill>
                  <a:srgbClr val="627D98"/>
                </a:solidFill>
              </a:defRPr>
            </a:lvl2pPr>
            <a:lvl3pPr>
              <a:defRPr sz="900" b="0">
                <a:solidFill>
                  <a:srgbClr val="627D98"/>
                </a:solidFill>
              </a:defRPr>
            </a:lvl3pPr>
            <a:lvl4pPr>
              <a:defRPr sz="900" b="0">
                <a:solidFill>
                  <a:srgbClr val="627D98"/>
                </a:solidFill>
              </a:defRPr>
            </a:lvl4pPr>
            <a:lvl5pPr>
              <a:defRPr sz="900" b="0">
                <a:solidFill>
                  <a:srgbClr val="627D98"/>
                </a:solidFill>
              </a:defRPr>
            </a:lvl5pPr>
            <a:lvl6pPr>
              <a:defRPr sz="900" b="0">
                <a:solidFill>
                  <a:srgbClr val="627D98"/>
                </a:solidFill>
              </a:defRPr>
            </a:lvl6pPr>
            <a:lvl7pPr>
              <a:defRPr sz="900" b="0">
                <a:solidFill>
                  <a:srgbClr val="627D98"/>
                </a:solidFill>
              </a:defRPr>
            </a:lvl7pPr>
            <a:lvl8pPr>
              <a:defRPr sz="900" b="0">
                <a:solidFill>
                  <a:srgbClr val="627D98"/>
                </a:solidFill>
              </a:defRPr>
            </a:lvl8pPr>
            <a:lvl9pPr>
              <a:defRPr sz="9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HealthTwin  |  yadavaaditya26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4AA97-FF54-43AC-B4B6-06CDACB4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627D98"/>
                </a:solidFill>
              </a:defRPr>
            </a:defPPr>
            <a:lvl1pPr algn="r">
              <a:defRPr sz="900" b="1">
                <a:solidFill>
                  <a:srgbClr val="627D98"/>
                </a:solidFill>
              </a:defRPr>
            </a:lvl1pPr>
            <a:lvl2pPr algn="r">
              <a:defRPr sz="900" b="1">
                <a:solidFill>
                  <a:srgbClr val="627D98"/>
                </a:solidFill>
              </a:defRPr>
            </a:lvl2pPr>
            <a:lvl3pPr algn="r">
              <a:defRPr sz="900" b="1">
                <a:solidFill>
                  <a:srgbClr val="627D98"/>
                </a:solidFill>
              </a:defRPr>
            </a:lvl3pPr>
            <a:lvl4pPr algn="r">
              <a:defRPr sz="900" b="1">
                <a:solidFill>
                  <a:srgbClr val="627D98"/>
                </a:solidFill>
              </a:defRPr>
            </a:lvl4pPr>
            <a:lvl5pPr algn="r">
              <a:defRPr sz="900" b="1">
                <a:solidFill>
                  <a:srgbClr val="627D98"/>
                </a:solidFill>
              </a:defRPr>
            </a:lvl5pPr>
            <a:lvl6pPr algn="r">
              <a:defRPr sz="900" b="1">
                <a:solidFill>
                  <a:srgbClr val="627D98"/>
                </a:solidFill>
              </a:defRPr>
            </a:lvl6pPr>
            <a:lvl7pPr algn="r">
              <a:defRPr sz="900" b="1">
                <a:solidFill>
                  <a:srgbClr val="627D98"/>
                </a:solidFill>
              </a:defRPr>
            </a:lvl7pPr>
            <a:lvl8pPr algn="r">
              <a:defRPr sz="900" b="1">
                <a:solidFill>
                  <a:srgbClr val="627D98"/>
                </a:solidFill>
              </a:defRPr>
            </a:lvl8pPr>
            <a:lvl9pPr algn="r">
              <a:defRPr sz="900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27D98"/>
                </a:solidFill>
              </a:defRPr>
            </a:pPr>
            <a:r>
              <a:rPr sz="900" b="1">
                <a:solidFill>
                  <a:srgbClr val="627D98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A10DC-466E-447E-9EE4-A7080189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3622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33C02-FC9A-4EAE-8D58-0BB2B556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34BF0-FB9E-48E5-8959-753C989C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B13C3-56F5-40DC-AFAB-589BEC9F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1962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HTML interface</a:t>
            </a:r>
          </a:p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Chart.js trend 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B3F13-EE8A-4E96-AF30-F9F01CD8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3622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349A9-B2D6-42B8-802F-5A077613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B8CC2-DA95-49D4-9259-C5851E33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574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FastAPI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2D51A-1DA6-41E5-8DE2-5BF60CF0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38425"/>
            <a:ext cx="1962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Profile and measurement</a:t>
            </a:r>
          </a:p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API endpoints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AD0B5-3FB5-4254-9B79-F29C6651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3622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82F1A-F604-49F2-A096-F87A2069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D540E-1DBB-48DA-AEA2-46897C38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574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SQLite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7D67B-A4B3-4678-93D9-A38B0A29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38425"/>
            <a:ext cx="1962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Participant profile</a:t>
            </a:r>
          </a:p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Timestamped measurements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1FE5C-5948-4E9C-AEE3-B955F511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19550"/>
            <a:ext cx="2362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2955AE-6A33-4B2C-9912-E07ED9B5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195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F68330-9568-45AA-AD7A-1C3A9CEA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8147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Rule-based simulator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4AA83-6545-421D-8EE1-69619601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62475"/>
            <a:ext cx="1962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Illustrative scenario rates</a:t>
            </a:r>
          </a:p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Stable baseline comparison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CE3A5-1AD2-4131-87C8-5DE81911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2362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40DED-155E-4079-97F3-6A8AFC87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307E7-5A08-4451-9F4E-DC014FB4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8147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ML classifier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83A58-5CC2-4BFD-9853-E7B75721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62475"/>
            <a:ext cx="1962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Logistic Regression</a:t>
            </a:r>
          </a:p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scikit-learn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F0D60-7ADE-4865-B6F0-73E75CB1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7D6321-D1CE-40E7-BD93-B2E40B51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67000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94617-8391-4FE6-9B9D-70B986D4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4763F9-737B-49B2-9E70-CB0DB7C6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3377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9AAA56-BC1E-4649-8A20-572DE116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533775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00FD4B-080B-4C35-995B-BDFA0EBB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48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D97706"/>
                </a:solidFill>
              </a:defRPr>
            </a:defPPr>
            <a:lvl1pPr>
              <a:defRPr sz="975" b="1">
                <a:solidFill>
                  <a:srgbClr val="D97706"/>
                </a:solidFill>
              </a:defRPr>
            </a:lvl1pPr>
            <a:lvl2pPr>
              <a:defRPr sz="975" b="1">
                <a:solidFill>
                  <a:srgbClr val="D97706"/>
                </a:solidFill>
              </a:defRPr>
            </a:lvl2pPr>
            <a:lvl3pPr>
              <a:defRPr sz="975" b="1">
                <a:solidFill>
                  <a:srgbClr val="D97706"/>
                </a:solidFill>
              </a:defRPr>
            </a:lvl3pPr>
            <a:lvl4pPr>
              <a:defRPr sz="975" b="1">
                <a:solidFill>
                  <a:srgbClr val="D97706"/>
                </a:solidFill>
              </a:defRPr>
            </a:lvl4pPr>
            <a:lvl5pPr>
              <a:defRPr sz="975" b="1">
                <a:solidFill>
                  <a:srgbClr val="D97706"/>
                </a:solidFill>
              </a:defRPr>
            </a:lvl5pPr>
            <a:lvl6pPr>
              <a:defRPr sz="975" b="1">
                <a:solidFill>
                  <a:srgbClr val="D97706"/>
                </a:solidFill>
              </a:defRPr>
            </a:lvl6pPr>
            <a:lvl7pPr>
              <a:defRPr sz="975" b="1">
                <a:solidFill>
                  <a:srgbClr val="D97706"/>
                </a:solidFill>
              </a:defRPr>
            </a:lvl7pPr>
            <a:lvl8pPr>
              <a:defRPr sz="975" b="1">
                <a:solidFill>
                  <a:srgbClr val="D97706"/>
                </a:solidFill>
              </a:defRPr>
            </a:lvl8pPr>
            <a:lvl9pPr>
              <a:defRPr sz="975" b="1">
                <a:solidFill>
                  <a:srgbClr val="D9770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scenario path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073020-6054-4082-B75D-3E332820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575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C3AED"/>
                </a:solidFill>
              </a:defRPr>
            </a:defPPr>
            <a:lvl1pPr>
              <a:defRPr sz="975" b="1">
                <a:solidFill>
                  <a:srgbClr val="7C3AED"/>
                </a:solidFill>
              </a:defRPr>
            </a:lvl1pPr>
            <a:lvl2pPr>
              <a:defRPr sz="975" b="1">
                <a:solidFill>
                  <a:srgbClr val="7C3AED"/>
                </a:solidFill>
              </a:defRPr>
            </a:lvl2pPr>
            <a:lvl3pPr>
              <a:defRPr sz="975" b="1">
                <a:solidFill>
                  <a:srgbClr val="7C3AED"/>
                </a:solidFill>
              </a:defRPr>
            </a:lvl3pPr>
            <a:lvl4pPr>
              <a:defRPr sz="975" b="1">
                <a:solidFill>
                  <a:srgbClr val="7C3AED"/>
                </a:solidFill>
              </a:defRPr>
            </a:lvl4pPr>
            <a:lvl5pPr>
              <a:defRPr sz="975" b="1">
                <a:solidFill>
                  <a:srgbClr val="7C3AED"/>
                </a:solidFill>
              </a:defRPr>
            </a:lvl5pPr>
            <a:lvl6pPr>
              <a:defRPr sz="975" b="1">
                <a:solidFill>
                  <a:srgbClr val="7C3AED"/>
                </a:solidFill>
              </a:defRPr>
            </a:lvl6pPr>
            <a:lvl7pPr>
              <a:defRPr sz="975" b="1">
                <a:solidFill>
                  <a:srgbClr val="7C3AED"/>
                </a:solidFill>
              </a:defRPr>
            </a:lvl7pPr>
            <a:lvl8pPr>
              <a:defRPr sz="975" b="1">
                <a:solidFill>
                  <a:srgbClr val="7C3AED"/>
                </a:solidFill>
              </a:defRPr>
            </a:lvl8pPr>
            <a:lvl9pPr>
              <a:defRPr sz="975" b="1">
                <a:solidFill>
                  <a:srgbClr val="7C3AE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classification 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26328B-F248-4C16-B598-CC96C677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006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43B53"/>
                </a:solidFill>
              </a:defRPr>
            </a:defPPr>
            <a:lvl1pPr>
              <a:defRPr sz="1350" b="0">
                <a:solidFill>
                  <a:srgbClr val="243B53"/>
                </a:solidFill>
              </a:defRPr>
            </a:lvl1pPr>
            <a:lvl2pPr>
              <a:defRPr sz="1350" b="0">
                <a:solidFill>
                  <a:srgbClr val="243B53"/>
                </a:solidFill>
              </a:defRPr>
            </a:lvl2pPr>
            <a:lvl3pPr>
              <a:defRPr sz="1350" b="0">
                <a:solidFill>
                  <a:srgbClr val="243B53"/>
                </a:solidFill>
              </a:defRPr>
            </a:lvl3pPr>
            <a:lvl4pPr>
              <a:defRPr sz="1350" b="0">
                <a:solidFill>
                  <a:srgbClr val="243B53"/>
                </a:solidFill>
              </a:defRPr>
            </a:lvl4pPr>
            <a:lvl5pPr>
              <a:defRPr sz="1350" b="0">
                <a:solidFill>
                  <a:srgbClr val="243B53"/>
                </a:solidFill>
              </a:defRPr>
            </a:lvl5pPr>
            <a:lvl6pPr>
              <a:defRPr sz="1350" b="0">
                <a:solidFill>
                  <a:srgbClr val="243B53"/>
                </a:solidFill>
              </a:defRPr>
            </a:lvl6pPr>
            <a:lvl7pPr>
              <a:defRPr sz="1350" b="0">
                <a:solidFill>
                  <a:srgbClr val="243B53"/>
                </a:solidFill>
              </a:defRPr>
            </a:lvl7pPr>
            <a:lvl8pPr>
              <a:defRPr sz="1350" b="0">
                <a:solidFill>
                  <a:srgbClr val="243B53"/>
                </a:solidFill>
              </a:defRPr>
            </a:lvl8pPr>
            <a:lvl9pPr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Storage supports the demo workflow. The simulator and classifier use separate analytic logic.</a:t>
            </a:r>
          </a:p>
        </p:txBody>
      </p:sp>
    </p:spTree>
    <p:extLst>
      <p:ext uri="{BB962C8B-B14F-4D97-AF65-F5344CB8AC3E}">
        <p14:creationId xmlns:p14="http://schemas.microsoft.com/office/powerpoint/2010/main" val="531804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53543-8296-4D15-9D59-5082B4A9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C8EE5-FE0F-4004-AB75-90781351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Two analysis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2C063-BF50-401B-9CF8-9F767697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27D98"/>
                </a:solidFill>
              </a:defRPr>
            </a:defPPr>
            <a:lvl1pPr>
              <a:defRPr sz="1275" b="0">
                <a:solidFill>
                  <a:srgbClr val="627D98"/>
                </a:solidFill>
              </a:defRPr>
            </a:lvl1pPr>
            <a:lvl2pPr>
              <a:defRPr sz="1275" b="0">
                <a:solidFill>
                  <a:srgbClr val="627D98"/>
                </a:solidFill>
              </a:defRPr>
            </a:lvl2pPr>
            <a:lvl3pPr>
              <a:defRPr sz="1275" b="0">
                <a:solidFill>
                  <a:srgbClr val="627D98"/>
                </a:solidFill>
              </a:defRPr>
            </a:lvl3pPr>
            <a:lvl4pPr>
              <a:defRPr sz="1275" b="0">
                <a:solidFill>
                  <a:srgbClr val="627D98"/>
                </a:solidFill>
              </a:defRPr>
            </a:lvl4pPr>
            <a:lvl5pPr>
              <a:defRPr sz="1275" b="0">
                <a:solidFill>
                  <a:srgbClr val="627D98"/>
                </a:solidFill>
              </a:defRPr>
            </a:lvl5pPr>
            <a:lvl6pPr>
              <a:defRPr sz="1275" b="0">
                <a:solidFill>
                  <a:srgbClr val="627D98"/>
                </a:solidFill>
              </a:defRPr>
            </a:lvl6pPr>
            <a:lvl7pPr>
              <a:defRPr sz="1275" b="0">
                <a:solidFill>
                  <a:srgbClr val="627D98"/>
                </a:solidFill>
              </a:defRPr>
            </a:lvl7pPr>
            <a:lvl8pPr>
              <a:defRPr sz="1275" b="0">
                <a:solidFill>
                  <a:srgbClr val="627D98"/>
                </a:solidFill>
              </a:defRPr>
            </a:lvl8pPr>
            <a:lvl9pPr>
              <a:defRPr sz="127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D98"/>
                </a:solidFill>
              </a:defRPr>
            </a:pPr>
            <a:r>
              <a:rPr sz="1275" b="0">
                <a:solidFill>
                  <a:srgbClr val="627D98"/>
                </a:solidFill>
              </a:rPr>
              <a:t>Keep hypothetical trajectories separate from model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A1FA3-EED9-4073-8AC1-0D3B7746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71F2E-32AA-490F-AD4E-208BC4F2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27D98"/>
                </a:solidFill>
              </a:defRPr>
            </a:defPPr>
            <a:lvl1pPr>
              <a:defRPr sz="900" b="0">
                <a:solidFill>
                  <a:srgbClr val="627D98"/>
                </a:solidFill>
              </a:defRPr>
            </a:lvl1pPr>
            <a:lvl2pPr>
              <a:defRPr sz="900" b="0">
                <a:solidFill>
                  <a:srgbClr val="627D98"/>
                </a:solidFill>
              </a:defRPr>
            </a:lvl2pPr>
            <a:lvl3pPr>
              <a:defRPr sz="900" b="0">
                <a:solidFill>
                  <a:srgbClr val="627D98"/>
                </a:solidFill>
              </a:defRPr>
            </a:lvl3pPr>
            <a:lvl4pPr>
              <a:defRPr sz="900" b="0">
                <a:solidFill>
                  <a:srgbClr val="627D98"/>
                </a:solidFill>
              </a:defRPr>
            </a:lvl4pPr>
            <a:lvl5pPr>
              <a:defRPr sz="900" b="0">
                <a:solidFill>
                  <a:srgbClr val="627D98"/>
                </a:solidFill>
              </a:defRPr>
            </a:lvl5pPr>
            <a:lvl6pPr>
              <a:defRPr sz="900" b="0">
                <a:solidFill>
                  <a:srgbClr val="627D98"/>
                </a:solidFill>
              </a:defRPr>
            </a:lvl6pPr>
            <a:lvl7pPr>
              <a:defRPr sz="900" b="0">
                <a:solidFill>
                  <a:srgbClr val="627D98"/>
                </a:solidFill>
              </a:defRPr>
            </a:lvl7pPr>
            <a:lvl8pPr>
              <a:defRPr sz="900" b="0">
                <a:solidFill>
                  <a:srgbClr val="627D98"/>
                </a:solidFill>
              </a:defRPr>
            </a:lvl8pPr>
            <a:lvl9pPr>
              <a:defRPr sz="9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HealthTwin  |  yadavaaditya26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47BB1-9D3A-4D69-84E2-A10D42CF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627D98"/>
                </a:solidFill>
              </a:defRPr>
            </a:defPPr>
            <a:lvl1pPr algn="r">
              <a:defRPr sz="900" b="1">
                <a:solidFill>
                  <a:srgbClr val="627D98"/>
                </a:solidFill>
              </a:defRPr>
            </a:lvl1pPr>
            <a:lvl2pPr algn="r">
              <a:defRPr sz="900" b="1">
                <a:solidFill>
                  <a:srgbClr val="627D98"/>
                </a:solidFill>
              </a:defRPr>
            </a:lvl2pPr>
            <a:lvl3pPr algn="r">
              <a:defRPr sz="900" b="1">
                <a:solidFill>
                  <a:srgbClr val="627D98"/>
                </a:solidFill>
              </a:defRPr>
            </a:lvl3pPr>
            <a:lvl4pPr algn="r">
              <a:defRPr sz="900" b="1">
                <a:solidFill>
                  <a:srgbClr val="627D98"/>
                </a:solidFill>
              </a:defRPr>
            </a:lvl4pPr>
            <a:lvl5pPr algn="r">
              <a:defRPr sz="900" b="1">
                <a:solidFill>
                  <a:srgbClr val="627D98"/>
                </a:solidFill>
              </a:defRPr>
            </a:lvl5pPr>
            <a:lvl6pPr algn="r">
              <a:defRPr sz="900" b="1">
                <a:solidFill>
                  <a:srgbClr val="627D98"/>
                </a:solidFill>
              </a:defRPr>
            </a:lvl6pPr>
            <a:lvl7pPr algn="r">
              <a:defRPr sz="900" b="1">
                <a:solidFill>
                  <a:srgbClr val="627D98"/>
                </a:solidFill>
              </a:defRPr>
            </a:lvl7pPr>
            <a:lvl8pPr algn="r">
              <a:defRPr sz="900" b="1">
                <a:solidFill>
                  <a:srgbClr val="627D98"/>
                </a:solidFill>
              </a:defRPr>
            </a:lvl8pPr>
            <a:lvl9pPr algn="r">
              <a:defRPr sz="900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27D98"/>
                </a:solidFill>
              </a:defRPr>
            </a:pPr>
            <a:r>
              <a:rPr sz="900" b="1">
                <a:solidFill>
                  <a:srgbClr val="627D98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EC835-F8BC-4427-B1C8-32C7E2B5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5095875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91CFA-BC64-4441-BB45-019EE15E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6667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BAE8F-B142-4AB4-A26F-F26B832D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471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Rule-based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EDA3B-D529-442F-BFB3-379DC946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4695825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Applies configured illustrative rates to a starting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Shows a hypothetical path beside a stable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Useful for demonstrating how scenario comparison could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D50CB-6A36-45E1-B74F-212FD1D7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76400"/>
            <a:ext cx="55626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43257-1B46-4142-A099-58E17552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76400"/>
            <a:ext cx="6667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D38EA-5ACB-4CEB-82C1-828927A3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38325"/>
            <a:ext cx="5181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Educational classifier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08278-463F-4CFF-BA62-01046EC9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19325"/>
            <a:ext cx="51625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scikit-learn Logistic Regression trained on the Pima Indians Diabetes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Classifies records in a held-out test split and reports evaluation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This is a separate pipeline from the participant’s illustrative trajectory.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D1447-3A37-4EE3-AABC-4ED9E5D0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  <a:lvl1pPr>
              <a:defRPr sz="1425" b="1">
                <a:solidFill>
                  <a:srgbClr val="102A43"/>
                </a:solidFill>
              </a:defRPr>
            </a:lvl1pPr>
            <a:lvl2pPr>
              <a:defRPr sz="1425" b="1">
                <a:solidFill>
                  <a:srgbClr val="102A43"/>
                </a:solidFill>
              </a:defRPr>
            </a:lvl2pPr>
            <a:lvl3pPr>
              <a:defRPr sz="1425" b="1">
                <a:solidFill>
                  <a:srgbClr val="102A43"/>
                </a:solidFill>
              </a:defRPr>
            </a:lvl3pPr>
            <a:lvl4pPr>
              <a:defRPr sz="1425" b="1">
                <a:solidFill>
                  <a:srgbClr val="102A43"/>
                </a:solidFill>
              </a:defRPr>
            </a:lvl4pPr>
            <a:lvl5pPr>
              <a:defRPr sz="1425" b="1">
                <a:solidFill>
                  <a:srgbClr val="102A43"/>
                </a:solidFill>
              </a:defRPr>
            </a:lvl5pPr>
            <a:lvl6pPr>
              <a:defRPr sz="1425" b="1">
                <a:solidFill>
                  <a:srgbClr val="102A43"/>
                </a:solidFill>
              </a:defRPr>
            </a:lvl6pPr>
            <a:lvl7pPr>
              <a:defRPr sz="1425" b="1">
                <a:solidFill>
                  <a:srgbClr val="102A43"/>
                </a:solidFill>
              </a:defRPr>
            </a:lvl7pPr>
            <a:lvl8pPr>
              <a:defRPr sz="1425" b="1">
                <a:solidFill>
                  <a:srgbClr val="102A43"/>
                </a:solidFill>
              </a:defRPr>
            </a:lvl8pPr>
            <a:lvl9pPr>
              <a:defRPr sz="14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Neither path has been clinically validated for decisions about a person’s care.</a:t>
            </a:r>
          </a:p>
        </p:txBody>
      </p:sp>
    </p:spTree>
    <p:extLst>
      <p:ext uri="{BB962C8B-B14F-4D97-AF65-F5344CB8AC3E}">
        <p14:creationId xmlns:p14="http://schemas.microsoft.com/office/powerpoint/2010/main" val="1888280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296199-BA99-4D49-B7ED-2E3B33E0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FBF4C-CD81-4A43-BC6C-D1CDF1BA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Preliminary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29518-C999-40CE-8D7D-71B47A18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27D98"/>
                </a:solidFill>
              </a:defRPr>
            </a:defPPr>
            <a:lvl1pPr>
              <a:defRPr sz="1275" b="0">
                <a:solidFill>
                  <a:srgbClr val="627D98"/>
                </a:solidFill>
              </a:defRPr>
            </a:lvl1pPr>
            <a:lvl2pPr>
              <a:defRPr sz="1275" b="0">
                <a:solidFill>
                  <a:srgbClr val="627D98"/>
                </a:solidFill>
              </a:defRPr>
            </a:lvl2pPr>
            <a:lvl3pPr>
              <a:defRPr sz="1275" b="0">
                <a:solidFill>
                  <a:srgbClr val="627D98"/>
                </a:solidFill>
              </a:defRPr>
            </a:lvl3pPr>
            <a:lvl4pPr>
              <a:defRPr sz="1275" b="0">
                <a:solidFill>
                  <a:srgbClr val="627D98"/>
                </a:solidFill>
              </a:defRPr>
            </a:lvl4pPr>
            <a:lvl5pPr>
              <a:defRPr sz="1275" b="0">
                <a:solidFill>
                  <a:srgbClr val="627D98"/>
                </a:solidFill>
              </a:defRPr>
            </a:lvl5pPr>
            <a:lvl6pPr>
              <a:defRPr sz="1275" b="0">
                <a:solidFill>
                  <a:srgbClr val="627D98"/>
                </a:solidFill>
              </a:defRPr>
            </a:lvl6pPr>
            <a:lvl7pPr>
              <a:defRPr sz="1275" b="0">
                <a:solidFill>
                  <a:srgbClr val="627D98"/>
                </a:solidFill>
              </a:defRPr>
            </a:lvl7pPr>
            <a:lvl8pPr>
              <a:defRPr sz="1275" b="0">
                <a:solidFill>
                  <a:srgbClr val="627D98"/>
                </a:solidFill>
              </a:defRPr>
            </a:lvl8pPr>
            <a:lvl9pPr>
              <a:defRPr sz="127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D98"/>
                </a:solidFill>
              </a:defRPr>
            </a:pPr>
            <a:r>
              <a:rPr sz="1275" b="0">
                <a:solidFill>
                  <a:srgbClr val="627D98"/>
                </a:solidFill>
              </a:rPr>
              <a:t>Pima Indians Diabetes dataset  |  held-out test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11837-8F2D-4725-9F31-C1664163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EA09E-6441-4B4D-A0BD-10125C28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27D98"/>
                </a:solidFill>
              </a:defRPr>
            </a:defPPr>
            <a:lvl1pPr>
              <a:defRPr sz="900" b="0">
                <a:solidFill>
                  <a:srgbClr val="627D98"/>
                </a:solidFill>
              </a:defRPr>
            </a:lvl1pPr>
            <a:lvl2pPr>
              <a:defRPr sz="900" b="0">
                <a:solidFill>
                  <a:srgbClr val="627D98"/>
                </a:solidFill>
              </a:defRPr>
            </a:lvl2pPr>
            <a:lvl3pPr>
              <a:defRPr sz="900" b="0">
                <a:solidFill>
                  <a:srgbClr val="627D98"/>
                </a:solidFill>
              </a:defRPr>
            </a:lvl3pPr>
            <a:lvl4pPr>
              <a:defRPr sz="900" b="0">
                <a:solidFill>
                  <a:srgbClr val="627D98"/>
                </a:solidFill>
              </a:defRPr>
            </a:lvl4pPr>
            <a:lvl5pPr>
              <a:defRPr sz="900" b="0">
                <a:solidFill>
                  <a:srgbClr val="627D98"/>
                </a:solidFill>
              </a:defRPr>
            </a:lvl5pPr>
            <a:lvl6pPr>
              <a:defRPr sz="900" b="0">
                <a:solidFill>
                  <a:srgbClr val="627D98"/>
                </a:solidFill>
              </a:defRPr>
            </a:lvl6pPr>
            <a:lvl7pPr>
              <a:defRPr sz="900" b="0">
                <a:solidFill>
                  <a:srgbClr val="627D98"/>
                </a:solidFill>
              </a:defRPr>
            </a:lvl7pPr>
            <a:lvl8pPr>
              <a:defRPr sz="900" b="0">
                <a:solidFill>
                  <a:srgbClr val="627D98"/>
                </a:solidFill>
              </a:defRPr>
            </a:lvl8pPr>
            <a:lvl9pPr>
              <a:defRPr sz="9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HealthTwin  |  yadavaaditya26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D4002-F33F-4C67-AE78-8873231A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627D98"/>
                </a:solidFill>
              </a:defRPr>
            </a:defPPr>
            <a:lvl1pPr algn="r">
              <a:defRPr sz="900" b="1">
                <a:solidFill>
                  <a:srgbClr val="627D98"/>
                </a:solidFill>
              </a:defRPr>
            </a:lvl1pPr>
            <a:lvl2pPr algn="r">
              <a:defRPr sz="900" b="1">
                <a:solidFill>
                  <a:srgbClr val="627D98"/>
                </a:solidFill>
              </a:defRPr>
            </a:lvl2pPr>
            <a:lvl3pPr algn="r">
              <a:defRPr sz="900" b="1">
                <a:solidFill>
                  <a:srgbClr val="627D98"/>
                </a:solidFill>
              </a:defRPr>
            </a:lvl3pPr>
            <a:lvl4pPr algn="r">
              <a:defRPr sz="900" b="1">
                <a:solidFill>
                  <a:srgbClr val="627D98"/>
                </a:solidFill>
              </a:defRPr>
            </a:lvl4pPr>
            <a:lvl5pPr algn="r">
              <a:defRPr sz="900" b="1">
                <a:solidFill>
                  <a:srgbClr val="627D98"/>
                </a:solidFill>
              </a:defRPr>
            </a:lvl5pPr>
            <a:lvl6pPr algn="r">
              <a:defRPr sz="900" b="1">
                <a:solidFill>
                  <a:srgbClr val="627D98"/>
                </a:solidFill>
              </a:defRPr>
            </a:lvl6pPr>
            <a:lvl7pPr algn="r">
              <a:defRPr sz="900" b="1">
                <a:solidFill>
                  <a:srgbClr val="627D98"/>
                </a:solidFill>
              </a:defRPr>
            </a:lvl7pPr>
            <a:lvl8pPr algn="r">
              <a:defRPr sz="900" b="1">
                <a:solidFill>
                  <a:srgbClr val="627D98"/>
                </a:solidFill>
              </a:defRPr>
            </a:lvl8pPr>
            <a:lvl9pPr algn="r">
              <a:defRPr sz="900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27D98"/>
                </a:solidFill>
              </a:defRPr>
            </a:pPr>
            <a:r>
              <a:rPr sz="900" b="1">
                <a:solidFill>
                  <a:srgbClr val="627D9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7DB9C-8FCE-4F83-82BC-20711943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2428875" cy="1076325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45D6E-56D5-43AA-8BB9-42DFAF8E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27D98"/>
                </a:solidFill>
              </a:defRPr>
            </a:defPPr>
            <a:lvl1pPr>
              <a:defRPr sz="1125" b="1">
                <a:solidFill>
                  <a:srgbClr val="627D98"/>
                </a:solidFill>
              </a:defRPr>
            </a:lvl1pPr>
            <a:lvl2pPr>
              <a:defRPr sz="1125" b="1">
                <a:solidFill>
                  <a:srgbClr val="627D98"/>
                </a:solidFill>
              </a:defRPr>
            </a:lvl2pPr>
            <a:lvl3pPr>
              <a:defRPr sz="1125" b="1">
                <a:solidFill>
                  <a:srgbClr val="627D98"/>
                </a:solidFill>
              </a:defRPr>
            </a:lvl3pPr>
            <a:lvl4pPr>
              <a:defRPr sz="1125" b="1">
                <a:solidFill>
                  <a:srgbClr val="627D98"/>
                </a:solidFill>
              </a:defRPr>
            </a:lvl4pPr>
            <a:lvl5pPr>
              <a:defRPr sz="1125" b="1">
                <a:solidFill>
                  <a:srgbClr val="627D98"/>
                </a:solidFill>
              </a:defRPr>
            </a:lvl5pPr>
            <a:lvl6pPr>
              <a:defRPr sz="1125" b="1">
                <a:solidFill>
                  <a:srgbClr val="627D98"/>
                </a:solidFill>
              </a:defRPr>
            </a:lvl6pPr>
            <a:lvl7pPr>
              <a:defRPr sz="1125" b="1">
                <a:solidFill>
                  <a:srgbClr val="627D98"/>
                </a:solidFill>
              </a:defRPr>
            </a:lvl7pPr>
            <a:lvl8pPr>
              <a:defRPr sz="1125" b="1">
                <a:solidFill>
                  <a:srgbClr val="627D98"/>
                </a:solidFill>
              </a:defRPr>
            </a:lvl8pPr>
            <a:lvl9pPr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Test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8FC3A-DD38-4998-BD10-1A5506EE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02A43"/>
                </a:solidFill>
              </a:defRPr>
            </a:defPPr>
            <a:lvl1pPr>
              <a:defRPr sz="2175" b="1">
                <a:solidFill>
                  <a:srgbClr val="102A43"/>
                </a:solidFill>
              </a:defRPr>
            </a:lvl1pPr>
            <a:lvl2pPr>
              <a:defRPr sz="2175" b="1">
                <a:solidFill>
                  <a:srgbClr val="102A43"/>
                </a:solidFill>
              </a:defRPr>
            </a:lvl2pPr>
            <a:lvl3pPr>
              <a:defRPr sz="2175" b="1">
                <a:solidFill>
                  <a:srgbClr val="102A43"/>
                </a:solidFill>
              </a:defRPr>
            </a:lvl3pPr>
            <a:lvl4pPr>
              <a:defRPr sz="2175" b="1">
                <a:solidFill>
                  <a:srgbClr val="102A43"/>
                </a:solidFill>
              </a:defRPr>
            </a:lvl4pPr>
            <a:lvl5pPr>
              <a:defRPr sz="2175" b="1">
                <a:solidFill>
                  <a:srgbClr val="102A43"/>
                </a:solidFill>
              </a:defRPr>
            </a:lvl5pPr>
            <a:lvl6pPr>
              <a:defRPr sz="2175" b="1">
                <a:solidFill>
                  <a:srgbClr val="102A43"/>
                </a:solidFill>
              </a:defRPr>
            </a:lvl6pPr>
            <a:lvl7pPr>
              <a:defRPr sz="2175" b="1">
                <a:solidFill>
                  <a:srgbClr val="102A43"/>
                </a:solidFill>
              </a:defRPr>
            </a:lvl7pPr>
            <a:lvl8pPr>
              <a:defRPr sz="2175" b="1">
                <a:solidFill>
                  <a:srgbClr val="102A43"/>
                </a:solidFill>
              </a:defRPr>
            </a:lvl8pPr>
            <a:lvl9pPr>
              <a:defRPr sz="21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154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75092-1A63-4241-B58E-08520DA2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619250"/>
            <a:ext cx="2428875" cy="1076325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204F3-D952-4C68-B6EF-1A810A01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790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27D98"/>
                </a:solidFill>
              </a:defRPr>
            </a:defPPr>
            <a:lvl1pPr>
              <a:defRPr sz="1125" b="1">
                <a:solidFill>
                  <a:srgbClr val="627D98"/>
                </a:solidFill>
              </a:defRPr>
            </a:lvl1pPr>
            <a:lvl2pPr>
              <a:defRPr sz="1125" b="1">
                <a:solidFill>
                  <a:srgbClr val="627D98"/>
                </a:solidFill>
              </a:defRPr>
            </a:lvl2pPr>
            <a:lvl3pPr>
              <a:defRPr sz="1125" b="1">
                <a:solidFill>
                  <a:srgbClr val="627D98"/>
                </a:solidFill>
              </a:defRPr>
            </a:lvl3pPr>
            <a:lvl4pPr>
              <a:defRPr sz="1125" b="1">
                <a:solidFill>
                  <a:srgbClr val="627D98"/>
                </a:solidFill>
              </a:defRPr>
            </a:lvl4pPr>
            <a:lvl5pPr>
              <a:defRPr sz="1125" b="1">
                <a:solidFill>
                  <a:srgbClr val="627D98"/>
                </a:solidFill>
              </a:defRPr>
            </a:lvl5pPr>
            <a:lvl6pPr>
              <a:defRPr sz="1125" b="1">
                <a:solidFill>
                  <a:srgbClr val="627D98"/>
                </a:solidFill>
              </a:defRPr>
            </a:lvl6pPr>
            <a:lvl7pPr>
              <a:defRPr sz="1125" b="1">
                <a:solidFill>
                  <a:srgbClr val="627D98"/>
                </a:solidFill>
              </a:defRPr>
            </a:lvl7pPr>
            <a:lvl8pPr>
              <a:defRPr sz="1125" b="1">
                <a:solidFill>
                  <a:srgbClr val="627D98"/>
                </a:solidFill>
              </a:defRPr>
            </a:lvl8pPr>
            <a:lvl9pPr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B282E-DE38-4CCD-9CE7-F94623A7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095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02A43"/>
                </a:solidFill>
              </a:defRPr>
            </a:defPPr>
            <a:lvl1pPr>
              <a:defRPr sz="2175" b="1">
                <a:solidFill>
                  <a:srgbClr val="102A43"/>
                </a:solidFill>
              </a:defRPr>
            </a:lvl1pPr>
            <a:lvl2pPr>
              <a:defRPr sz="2175" b="1">
                <a:solidFill>
                  <a:srgbClr val="102A43"/>
                </a:solidFill>
              </a:defRPr>
            </a:lvl2pPr>
            <a:lvl3pPr>
              <a:defRPr sz="2175" b="1">
                <a:solidFill>
                  <a:srgbClr val="102A43"/>
                </a:solidFill>
              </a:defRPr>
            </a:lvl3pPr>
            <a:lvl4pPr>
              <a:defRPr sz="2175" b="1">
                <a:solidFill>
                  <a:srgbClr val="102A43"/>
                </a:solidFill>
              </a:defRPr>
            </a:lvl4pPr>
            <a:lvl5pPr>
              <a:defRPr sz="2175" b="1">
                <a:solidFill>
                  <a:srgbClr val="102A43"/>
                </a:solidFill>
              </a:defRPr>
            </a:lvl5pPr>
            <a:lvl6pPr>
              <a:defRPr sz="2175" b="1">
                <a:solidFill>
                  <a:srgbClr val="102A43"/>
                </a:solidFill>
              </a:defRPr>
            </a:lvl6pPr>
            <a:lvl7pPr>
              <a:defRPr sz="2175" b="1">
                <a:solidFill>
                  <a:srgbClr val="102A43"/>
                </a:solidFill>
              </a:defRPr>
            </a:lvl7pPr>
            <a:lvl8pPr>
              <a:defRPr sz="2175" b="1">
                <a:solidFill>
                  <a:srgbClr val="102A43"/>
                </a:solidFill>
              </a:defRPr>
            </a:lvl8pPr>
            <a:lvl9pPr>
              <a:defRPr sz="21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73.4%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57737-6B25-4C7F-A6F9-BBF6C1AA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19250"/>
            <a:ext cx="2428875" cy="1076325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E3923-8FDF-4928-9240-2BA9D1A5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27D98"/>
                </a:solidFill>
              </a:defRPr>
            </a:defPPr>
            <a:lvl1pPr>
              <a:defRPr sz="1125" b="1">
                <a:solidFill>
                  <a:srgbClr val="627D98"/>
                </a:solidFill>
              </a:defRPr>
            </a:lvl1pPr>
            <a:lvl2pPr>
              <a:defRPr sz="1125" b="1">
                <a:solidFill>
                  <a:srgbClr val="627D98"/>
                </a:solidFill>
              </a:defRPr>
            </a:lvl2pPr>
            <a:lvl3pPr>
              <a:defRPr sz="1125" b="1">
                <a:solidFill>
                  <a:srgbClr val="627D98"/>
                </a:solidFill>
              </a:defRPr>
            </a:lvl3pPr>
            <a:lvl4pPr>
              <a:defRPr sz="1125" b="1">
                <a:solidFill>
                  <a:srgbClr val="627D98"/>
                </a:solidFill>
              </a:defRPr>
            </a:lvl4pPr>
            <a:lvl5pPr>
              <a:defRPr sz="1125" b="1">
                <a:solidFill>
                  <a:srgbClr val="627D98"/>
                </a:solidFill>
              </a:defRPr>
            </a:lvl5pPr>
            <a:lvl6pPr>
              <a:defRPr sz="1125" b="1">
                <a:solidFill>
                  <a:srgbClr val="627D98"/>
                </a:solidFill>
              </a:defRPr>
            </a:lvl6pPr>
            <a:lvl7pPr>
              <a:defRPr sz="1125" b="1">
                <a:solidFill>
                  <a:srgbClr val="627D98"/>
                </a:solidFill>
              </a:defRPr>
            </a:lvl7pPr>
            <a:lvl8pPr>
              <a:defRPr sz="1125" b="1">
                <a:solidFill>
                  <a:srgbClr val="627D98"/>
                </a:solidFill>
              </a:defRPr>
            </a:lvl8pPr>
            <a:lvl9pPr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Balanced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25B0C-2B6B-4D24-9352-28DB9C5B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02A43"/>
                </a:solidFill>
              </a:defRPr>
            </a:defPPr>
            <a:lvl1pPr>
              <a:defRPr sz="2175" b="1">
                <a:solidFill>
                  <a:srgbClr val="102A43"/>
                </a:solidFill>
              </a:defRPr>
            </a:lvl1pPr>
            <a:lvl2pPr>
              <a:defRPr sz="2175" b="1">
                <a:solidFill>
                  <a:srgbClr val="102A43"/>
                </a:solidFill>
              </a:defRPr>
            </a:lvl2pPr>
            <a:lvl3pPr>
              <a:defRPr sz="2175" b="1">
                <a:solidFill>
                  <a:srgbClr val="102A43"/>
                </a:solidFill>
              </a:defRPr>
            </a:lvl3pPr>
            <a:lvl4pPr>
              <a:defRPr sz="2175" b="1">
                <a:solidFill>
                  <a:srgbClr val="102A43"/>
                </a:solidFill>
              </a:defRPr>
            </a:lvl4pPr>
            <a:lvl5pPr>
              <a:defRPr sz="2175" b="1">
                <a:solidFill>
                  <a:srgbClr val="102A43"/>
                </a:solidFill>
              </a:defRPr>
            </a:lvl5pPr>
            <a:lvl6pPr>
              <a:defRPr sz="2175" b="1">
                <a:solidFill>
                  <a:srgbClr val="102A43"/>
                </a:solidFill>
              </a:defRPr>
            </a:lvl6pPr>
            <a:lvl7pPr>
              <a:defRPr sz="2175" b="1">
                <a:solidFill>
                  <a:srgbClr val="102A43"/>
                </a:solidFill>
              </a:defRPr>
            </a:lvl7pPr>
            <a:lvl8pPr>
              <a:defRPr sz="2175" b="1">
                <a:solidFill>
                  <a:srgbClr val="102A43"/>
                </a:solidFill>
              </a:defRPr>
            </a:lvl8pPr>
            <a:lvl9pPr>
              <a:defRPr sz="21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72.7%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D9EDC-3023-4F8C-89B5-4B4AD3E2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619250"/>
            <a:ext cx="2428875" cy="1076325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BBB1B-C3D4-4A06-AD92-096C6831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790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27D98"/>
                </a:solidFill>
              </a:defRPr>
            </a:defPPr>
            <a:lvl1pPr>
              <a:defRPr sz="1125" b="1">
                <a:solidFill>
                  <a:srgbClr val="627D98"/>
                </a:solidFill>
              </a:defRPr>
            </a:lvl1pPr>
            <a:lvl2pPr>
              <a:defRPr sz="1125" b="1">
                <a:solidFill>
                  <a:srgbClr val="627D98"/>
                </a:solidFill>
              </a:defRPr>
            </a:lvl2pPr>
            <a:lvl3pPr>
              <a:defRPr sz="1125" b="1">
                <a:solidFill>
                  <a:srgbClr val="627D98"/>
                </a:solidFill>
              </a:defRPr>
            </a:lvl3pPr>
            <a:lvl4pPr>
              <a:defRPr sz="1125" b="1">
                <a:solidFill>
                  <a:srgbClr val="627D98"/>
                </a:solidFill>
              </a:defRPr>
            </a:lvl4pPr>
            <a:lvl5pPr>
              <a:defRPr sz="1125" b="1">
                <a:solidFill>
                  <a:srgbClr val="627D98"/>
                </a:solidFill>
              </a:defRPr>
            </a:lvl5pPr>
            <a:lvl6pPr>
              <a:defRPr sz="1125" b="1">
                <a:solidFill>
                  <a:srgbClr val="627D98"/>
                </a:solidFill>
              </a:defRPr>
            </a:lvl6pPr>
            <a:lvl7pPr>
              <a:defRPr sz="1125" b="1">
                <a:solidFill>
                  <a:srgbClr val="627D98"/>
                </a:solidFill>
              </a:defRPr>
            </a:lvl7pPr>
            <a:lvl8pPr>
              <a:defRPr sz="1125" b="1">
                <a:solidFill>
                  <a:srgbClr val="627D98"/>
                </a:solidFill>
              </a:defRPr>
            </a:lvl8pPr>
            <a:lvl9pPr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ROC-AUC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DCF01-4D6F-447E-8A01-9E1CFE30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95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7C3AED"/>
                </a:solidFill>
              </a:defRPr>
            </a:defPPr>
            <a:lvl1pPr>
              <a:defRPr sz="2175" b="1">
                <a:solidFill>
                  <a:srgbClr val="7C3AED"/>
                </a:solidFill>
              </a:defRPr>
            </a:lvl1pPr>
            <a:lvl2pPr>
              <a:defRPr sz="2175" b="1">
                <a:solidFill>
                  <a:srgbClr val="7C3AED"/>
                </a:solidFill>
              </a:defRPr>
            </a:lvl2pPr>
            <a:lvl3pPr>
              <a:defRPr sz="2175" b="1">
                <a:solidFill>
                  <a:srgbClr val="7C3AED"/>
                </a:solidFill>
              </a:defRPr>
            </a:lvl3pPr>
            <a:lvl4pPr>
              <a:defRPr sz="2175" b="1">
                <a:solidFill>
                  <a:srgbClr val="7C3AED"/>
                </a:solidFill>
              </a:defRPr>
            </a:lvl4pPr>
            <a:lvl5pPr>
              <a:defRPr sz="2175" b="1">
                <a:solidFill>
                  <a:srgbClr val="7C3AED"/>
                </a:solidFill>
              </a:defRPr>
            </a:lvl5pPr>
            <a:lvl6pPr>
              <a:defRPr sz="2175" b="1">
                <a:solidFill>
                  <a:srgbClr val="7C3AED"/>
                </a:solidFill>
              </a:defRPr>
            </a:lvl6pPr>
            <a:lvl7pPr>
              <a:defRPr sz="2175" b="1">
                <a:solidFill>
                  <a:srgbClr val="7C3AED"/>
                </a:solidFill>
              </a:defRPr>
            </a:lvl7pPr>
            <a:lvl8pPr>
              <a:defRPr sz="2175" b="1">
                <a:solidFill>
                  <a:srgbClr val="7C3AED"/>
                </a:solidFill>
              </a:defRPr>
            </a:lvl8pPr>
            <a:lvl9pPr>
              <a:defRPr sz="2175" b="1">
                <a:solidFill>
                  <a:srgbClr val="7C3AED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C3AED"/>
                </a:solidFill>
              </a:defRPr>
            </a:pPr>
            <a:r>
              <a:rPr sz="2175" b="1">
                <a:solidFill>
                  <a:srgbClr val="7C3AED"/>
                </a:solidFill>
              </a:rPr>
              <a:t>0.813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90372-BC7E-49C3-A191-10F7E776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05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Confusion matrix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81874-1F3A-475B-835C-D35FD0C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05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627D98"/>
                </a:solidFill>
              </a:defRPr>
            </a:defPPr>
            <a:lvl1pPr algn="ctr">
              <a:defRPr sz="975" b="1">
                <a:solidFill>
                  <a:srgbClr val="627D98"/>
                </a:solidFill>
              </a:defRPr>
            </a:lvl1pPr>
            <a:lvl2pPr algn="ctr">
              <a:defRPr sz="975" b="1">
                <a:solidFill>
                  <a:srgbClr val="627D98"/>
                </a:solidFill>
              </a:defRPr>
            </a:lvl2pPr>
            <a:lvl3pPr algn="ctr">
              <a:defRPr sz="975" b="1">
                <a:solidFill>
                  <a:srgbClr val="627D98"/>
                </a:solidFill>
              </a:defRPr>
            </a:lvl3pPr>
            <a:lvl4pPr algn="ctr">
              <a:defRPr sz="975" b="1">
                <a:solidFill>
                  <a:srgbClr val="627D98"/>
                </a:solidFill>
              </a:defRPr>
            </a:lvl4pPr>
            <a:lvl5pPr algn="ctr">
              <a:defRPr sz="975" b="1">
                <a:solidFill>
                  <a:srgbClr val="627D98"/>
                </a:solidFill>
              </a:defRPr>
            </a:lvl5pPr>
            <a:lvl6pPr algn="ctr">
              <a:defRPr sz="975" b="1">
                <a:solidFill>
                  <a:srgbClr val="627D98"/>
                </a:solidFill>
              </a:defRPr>
            </a:lvl6pPr>
            <a:lvl7pPr algn="ctr">
              <a:defRPr sz="975" b="1">
                <a:solidFill>
                  <a:srgbClr val="627D98"/>
                </a:solidFill>
              </a:defRPr>
            </a:lvl7pPr>
            <a:lvl8pPr algn="ctr">
              <a:defRPr sz="975" b="1">
                <a:solidFill>
                  <a:srgbClr val="627D98"/>
                </a:solidFill>
              </a:defRPr>
            </a:lvl8pPr>
            <a:lvl9pPr algn="ctr">
              <a:defRPr sz="97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Actual class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324B7-87D5-491A-87F9-F67A9AAF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0520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627D98"/>
                </a:solidFill>
              </a:defRPr>
            </a:defPPr>
            <a:lvl1pPr algn="ctr">
              <a:defRPr sz="975" b="1">
                <a:solidFill>
                  <a:srgbClr val="627D98"/>
                </a:solidFill>
              </a:defRPr>
            </a:lvl1pPr>
            <a:lvl2pPr algn="ctr">
              <a:defRPr sz="975" b="1">
                <a:solidFill>
                  <a:srgbClr val="627D98"/>
                </a:solidFill>
              </a:defRPr>
            </a:lvl2pPr>
            <a:lvl3pPr algn="ctr">
              <a:defRPr sz="975" b="1">
                <a:solidFill>
                  <a:srgbClr val="627D98"/>
                </a:solidFill>
              </a:defRPr>
            </a:lvl3pPr>
            <a:lvl4pPr algn="ctr">
              <a:defRPr sz="975" b="1">
                <a:solidFill>
                  <a:srgbClr val="627D98"/>
                </a:solidFill>
              </a:defRPr>
            </a:lvl4pPr>
            <a:lvl5pPr algn="ctr">
              <a:defRPr sz="975" b="1">
                <a:solidFill>
                  <a:srgbClr val="627D98"/>
                </a:solidFill>
              </a:defRPr>
            </a:lvl5pPr>
            <a:lvl6pPr algn="ctr">
              <a:defRPr sz="975" b="1">
                <a:solidFill>
                  <a:srgbClr val="627D98"/>
                </a:solidFill>
              </a:defRPr>
            </a:lvl6pPr>
            <a:lvl7pPr algn="ctr">
              <a:defRPr sz="975" b="1">
                <a:solidFill>
                  <a:srgbClr val="627D98"/>
                </a:solidFill>
              </a:defRPr>
            </a:lvl7pPr>
            <a:lvl8pPr algn="ctr">
              <a:defRPr sz="975" b="1">
                <a:solidFill>
                  <a:srgbClr val="627D98"/>
                </a:solidFill>
              </a:defRPr>
            </a:lvl8pPr>
            <a:lvl9pPr algn="ctr">
              <a:defRPr sz="97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Predicted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55B566-BDBB-4D25-9A5A-E9295719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50520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627D98"/>
                </a:solidFill>
              </a:defRPr>
            </a:defPPr>
            <a:lvl1pPr algn="ctr">
              <a:defRPr sz="975" b="1">
                <a:solidFill>
                  <a:srgbClr val="627D98"/>
                </a:solidFill>
              </a:defRPr>
            </a:lvl1pPr>
            <a:lvl2pPr algn="ctr">
              <a:defRPr sz="975" b="1">
                <a:solidFill>
                  <a:srgbClr val="627D98"/>
                </a:solidFill>
              </a:defRPr>
            </a:lvl2pPr>
            <a:lvl3pPr algn="ctr">
              <a:defRPr sz="975" b="1">
                <a:solidFill>
                  <a:srgbClr val="627D98"/>
                </a:solidFill>
              </a:defRPr>
            </a:lvl3pPr>
            <a:lvl4pPr algn="ctr">
              <a:defRPr sz="975" b="1">
                <a:solidFill>
                  <a:srgbClr val="627D98"/>
                </a:solidFill>
              </a:defRPr>
            </a:lvl4pPr>
            <a:lvl5pPr algn="ctr">
              <a:defRPr sz="975" b="1">
                <a:solidFill>
                  <a:srgbClr val="627D98"/>
                </a:solidFill>
              </a:defRPr>
            </a:lvl5pPr>
            <a:lvl6pPr algn="ctr">
              <a:defRPr sz="975" b="1">
                <a:solidFill>
                  <a:srgbClr val="627D98"/>
                </a:solidFill>
              </a:defRPr>
            </a:lvl6pPr>
            <a:lvl7pPr algn="ctr">
              <a:defRPr sz="975" b="1">
                <a:solidFill>
                  <a:srgbClr val="627D98"/>
                </a:solidFill>
              </a:defRPr>
            </a:lvl7pPr>
            <a:lvl8pPr algn="ctr">
              <a:defRPr sz="975" b="1">
                <a:solidFill>
                  <a:srgbClr val="627D98"/>
                </a:solidFill>
              </a:defRPr>
            </a:lvl8pPr>
            <a:lvl9pPr algn="ctr">
              <a:defRPr sz="97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Predicted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53209-FB70-4E92-8AFC-9C1C6E94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43B53"/>
                </a:solidFill>
              </a:defRPr>
            </a:defPPr>
            <a:lvl1pPr>
              <a:defRPr sz="1125" b="1">
                <a:solidFill>
                  <a:srgbClr val="243B53"/>
                </a:solidFill>
              </a:defRPr>
            </a:lvl1pPr>
            <a:lvl2pPr>
              <a:defRPr sz="1125" b="1">
                <a:solidFill>
                  <a:srgbClr val="243B53"/>
                </a:solidFill>
              </a:defRPr>
            </a:lvl2pPr>
            <a:lvl3pPr>
              <a:defRPr sz="1125" b="1">
                <a:solidFill>
                  <a:srgbClr val="243B53"/>
                </a:solidFill>
              </a:defRPr>
            </a:lvl3pPr>
            <a:lvl4pPr>
              <a:defRPr sz="1125" b="1">
                <a:solidFill>
                  <a:srgbClr val="243B53"/>
                </a:solidFill>
              </a:defRPr>
            </a:lvl4pPr>
            <a:lvl5pPr>
              <a:defRPr sz="1125" b="1">
                <a:solidFill>
                  <a:srgbClr val="243B53"/>
                </a:solidFill>
              </a:defRPr>
            </a:lvl5pPr>
            <a:lvl6pPr>
              <a:defRPr sz="1125" b="1">
                <a:solidFill>
                  <a:srgbClr val="243B53"/>
                </a:solidFill>
              </a:defRPr>
            </a:lvl6pPr>
            <a:lvl7pPr>
              <a:defRPr sz="1125" b="1">
                <a:solidFill>
                  <a:srgbClr val="243B53"/>
                </a:solidFill>
              </a:defRPr>
            </a:lvl7pPr>
            <a:lvl8pPr>
              <a:defRPr sz="1125" b="1">
                <a:solidFill>
                  <a:srgbClr val="243B53"/>
                </a:solidFill>
              </a:defRPr>
            </a:lvl8pPr>
            <a:lvl9pPr>
              <a:defRPr sz="11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43B53"/>
                </a:solidFill>
              </a:defRPr>
            </a:pPr>
            <a:r>
              <a:rPr sz="1125" b="1">
                <a:solidFill>
                  <a:srgbClr val="243B53"/>
                </a:solidFill>
              </a:rPr>
              <a:t>Actual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9A514-5CA8-4CC2-A631-EECA85F5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4672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43B53"/>
                </a:solidFill>
              </a:defRPr>
            </a:defPPr>
            <a:lvl1pPr>
              <a:defRPr sz="1125" b="1">
                <a:solidFill>
                  <a:srgbClr val="243B53"/>
                </a:solidFill>
              </a:defRPr>
            </a:lvl1pPr>
            <a:lvl2pPr>
              <a:defRPr sz="1125" b="1">
                <a:solidFill>
                  <a:srgbClr val="243B53"/>
                </a:solidFill>
              </a:defRPr>
            </a:lvl2pPr>
            <a:lvl3pPr>
              <a:defRPr sz="1125" b="1">
                <a:solidFill>
                  <a:srgbClr val="243B53"/>
                </a:solidFill>
              </a:defRPr>
            </a:lvl3pPr>
            <a:lvl4pPr>
              <a:defRPr sz="1125" b="1">
                <a:solidFill>
                  <a:srgbClr val="243B53"/>
                </a:solidFill>
              </a:defRPr>
            </a:lvl4pPr>
            <a:lvl5pPr>
              <a:defRPr sz="1125" b="1">
                <a:solidFill>
                  <a:srgbClr val="243B53"/>
                </a:solidFill>
              </a:defRPr>
            </a:lvl5pPr>
            <a:lvl6pPr>
              <a:defRPr sz="1125" b="1">
                <a:solidFill>
                  <a:srgbClr val="243B53"/>
                </a:solidFill>
              </a:defRPr>
            </a:lvl6pPr>
            <a:lvl7pPr>
              <a:defRPr sz="1125" b="1">
                <a:solidFill>
                  <a:srgbClr val="243B53"/>
                </a:solidFill>
              </a:defRPr>
            </a:lvl7pPr>
            <a:lvl8pPr>
              <a:defRPr sz="1125" b="1">
                <a:solidFill>
                  <a:srgbClr val="243B53"/>
                </a:solidFill>
              </a:defRPr>
            </a:lvl8pPr>
            <a:lvl9pPr>
              <a:defRPr sz="11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43B53"/>
                </a:solidFill>
              </a:defRPr>
            </a:pPr>
            <a:r>
              <a:rPr sz="1125" b="1">
                <a:solidFill>
                  <a:srgbClr val="243B53"/>
                </a:solidFill>
              </a:rPr>
              <a:t>Actual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BF455-BA9D-4EDC-AF31-3C879775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00475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EFDA5E-4E31-4E9A-9FBF-1F4C972F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19525"/>
            <a:ext cx="1257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F9D8A"/>
                </a:solidFill>
              </a:defRPr>
            </a:defPPr>
            <a:lvl1pPr algn="ctr">
              <a:defRPr sz="1650" b="1">
                <a:solidFill>
                  <a:srgbClr val="0F9D8A"/>
                </a:solidFill>
              </a:defRPr>
            </a:lvl1pPr>
            <a:lvl2pPr algn="ctr">
              <a:defRPr sz="1650" b="1">
                <a:solidFill>
                  <a:srgbClr val="0F9D8A"/>
                </a:solidFill>
              </a:defRPr>
            </a:lvl2pPr>
            <a:lvl3pPr algn="ctr">
              <a:defRPr sz="1650" b="1">
                <a:solidFill>
                  <a:srgbClr val="0F9D8A"/>
                </a:solidFill>
              </a:defRPr>
            </a:lvl3pPr>
            <a:lvl4pPr algn="ctr">
              <a:defRPr sz="1650" b="1">
                <a:solidFill>
                  <a:srgbClr val="0F9D8A"/>
                </a:solidFill>
              </a:defRPr>
            </a:lvl4pPr>
            <a:lvl5pPr algn="ctr">
              <a:defRPr sz="1650" b="1">
                <a:solidFill>
                  <a:srgbClr val="0F9D8A"/>
                </a:solidFill>
              </a:defRPr>
            </a:lvl5pPr>
            <a:lvl6pPr algn="ctr">
              <a:defRPr sz="1650" b="1">
                <a:solidFill>
                  <a:srgbClr val="0F9D8A"/>
                </a:solidFill>
              </a:defRPr>
            </a:lvl6pPr>
            <a:lvl7pPr algn="ctr">
              <a:defRPr sz="1650" b="1">
                <a:solidFill>
                  <a:srgbClr val="0F9D8A"/>
                </a:solidFill>
              </a:defRPr>
            </a:lvl7pPr>
            <a:lvl8pPr algn="ctr">
              <a:defRPr sz="1650" b="1">
                <a:solidFill>
                  <a:srgbClr val="0F9D8A"/>
                </a:solidFill>
              </a:defRPr>
            </a:lvl8pPr>
            <a:lvl9pPr algn="ctr">
              <a:defRPr sz="1650" b="1">
                <a:solidFill>
                  <a:srgbClr val="0F9D8A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F9D8A"/>
                </a:solidFill>
              </a:defRPr>
            </a:pPr>
            <a:r>
              <a:rPr sz="1650" b="1">
                <a:solidFill>
                  <a:srgbClr val="0F9D8A"/>
                </a:solidFill>
              </a:rPr>
              <a:t>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B71FF2-91A4-46A6-8C06-594C9F95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00475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1A26F8-E7BC-484A-B464-0F48F7BE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19525"/>
            <a:ext cx="1257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D97706"/>
                </a:solidFill>
              </a:defRPr>
            </a:defPPr>
            <a:lvl1pPr algn="ctr">
              <a:defRPr sz="1650" b="1">
                <a:solidFill>
                  <a:srgbClr val="D97706"/>
                </a:solidFill>
              </a:defRPr>
            </a:lvl1pPr>
            <a:lvl2pPr algn="ctr">
              <a:defRPr sz="1650" b="1">
                <a:solidFill>
                  <a:srgbClr val="D97706"/>
                </a:solidFill>
              </a:defRPr>
            </a:lvl2pPr>
            <a:lvl3pPr algn="ctr">
              <a:defRPr sz="1650" b="1">
                <a:solidFill>
                  <a:srgbClr val="D97706"/>
                </a:solidFill>
              </a:defRPr>
            </a:lvl3pPr>
            <a:lvl4pPr algn="ctr">
              <a:defRPr sz="1650" b="1">
                <a:solidFill>
                  <a:srgbClr val="D97706"/>
                </a:solidFill>
              </a:defRPr>
            </a:lvl4pPr>
            <a:lvl5pPr algn="ctr">
              <a:defRPr sz="1650" b="1">
                <a:solidFill>
                  <a:srgbClr val="D97706"/>
                </a:solidFill>
              </a:defRPr>
            </a:lvl5pPr>
            <a:lvl6pPr algn="ctr">
              <a:defRPr sz="1650" b="1">
                <a:solidFill>
                  <a:srgbClr val="D97706"/>
                </a:solidFill>
              </a:defRPr>
            </a:lvl6pPr>
            <a:lvl7pPr algn="ctr">
              <a:defRPr sz="1650" b="1">
                <a:solidFill>
                  <a:srgbClr val="D97706"/>
                </a:solidFill>
              </a:defRPr>
            </a:lvl7pPr>
            <a:lvl8pPr algn="ctr">
              <a:defRPr sz="1650" b="1">
                <a:solidFill>
                  <a:srgbClr val="D97706"/>
                </a:solidFill>
              </a:defRPr>
            </a:lvl8pPr>
            <a:lvl9pPr algn="ctr">
              <a:defRPr sz="1650" b="1">
                <a:solidFill>
                  <a:srgbClr val="D97706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E622E8-3D98-470F-ABA4-3573FD6E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14825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F11F91-4BFD-45D7-AD6F-2A0F0A0E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33875"/>
            <a:ext cx="1257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D97706"/>
                </a:solidFill>
              </a:defRPr>
            </a:defPPr>
            <a:lvl1pPr algn="ctr">
              <a:defRPr sz="1650" b="1">
                <a:solidFill>
                  <a:srgbClr val="D97706"/>
                </a:solidFill>
              </a:defRPr>
            </a:lvl1pPr>
            <a:lvl2pPr algn="ctr">
              <a:defRPr sz="1650" b="1">
                <a:solidFill>
                  <a:srgbClr val="D97706"/>
                </a:solidFill>
              </a:defRPr>
            </a:lvl2pPr>
            <a:lvl3pPr algn="ctr">
              <a:defRPr sz="1650" b="1">
                <a:solidFill>
                  <a:srgbClr val="D97706"/>
                </a:solidFill>
              </a:defRPr>
            </a:lvl3pPr>
            <a:lvl4pPr algn="ctr">
              <a:defRPr sz="1650" b="1">
                <a:solidFill>
                  <a:srgbClr val="D97706"/>
                </a:solidFill>
              </a:defRPr>
            </a:lvl4pPr>
            <a:lvl5pPr algn="ctr">
              <a:defRPr sz="1650" b="1">
                <a:solidFill>
                  <a:srgbClr val="D97706"/>
                </a:solidFill>
              </a:defRPr>
            </a:lvl5pPr>
            <a:lvl6pPr algn="ctr">
              <a:defRPr sz="1650" b="1">
                <a:solidFill>
                  <a:srgbClr val="D97706"/>
                </a:solidFill>
              </a:defRPr>
            </a:lvl6pPr>
            <a:lvl7pPr algn="ctr">
              <a:defRPr sz="1650" b="1">
                <a:solidFill>
                  <a:srgbClr val="D97706"/>
                </a:solidFill>
              </a:defRPr>
            </a:lvl7pPr>
            <a:lvl8pPr algn="ctr">
              <a:defRPr sz="1650" b="1">
                <a:solidFill>
                  <a:srgbClr val="D97706"/>
                </a:solidFill>
              </a:defRPr>
            </a:lvl8pPr>
            <a:lvl9pPr algn="ctr">
              <a:defRPr sz="1650" b="1">
                <a:solidFill>
                  <a:srgbClr val="D97706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C072EC-0DE0-4F84-B86B-F89C5DDC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14825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5E1A37-768A-479D-8E00-21B40C38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33875"/>
            <a:ext cx="1257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F9D8A"/>
                </a:solidFill>
              </a:defRPr>
            </a:defPPr>
            <a:lvl1pPr algn="ctr">
              <a:defRPr sz="1650" b="1">
                <a:solidFill>
                  <a:srgbClr val="0F9D8A"/>
                </a:solidFill>
              </a:defRPr>
            </a:lvl1pPr>
            <a:lvl2pPr algn="ctr">
              <a:defRPr sz="1650" b="1">
                <a:solidFill>
                  <a:srgbClr val="0F9D8A"/>
                </a:solidFill>
              </a:defRPr>
            </a:lvl2pPr>
            <a:lvl3pPr algn="ctr">
              <a:defRPr sz="1650" b="1">
                <a:solidFill>
                  <a:srgbClr val="0F9D8A"/>
                </a:solidFill>
              </a:defRPr>
            </a:lvl3pPr>
            <a:lvl4pPr algn="ctr">
              <a:defRPr sz="1650" b="1">
                <a:solidFill>
                  <a:srgbClr val="0F9D8A"/>
                </a:solidFill>
              </a:defRPr>
            </a:lvl4pPr>
            <a:lvl5pPr algn="ctr">
              <a:defRPr sz="1650" b="1">
                <a:solidFill>
                  <a:srgbClr val="0F9D8A"/>
                </a:solidFill>
              </a:defRPr>
            </a:lvl5pPr>
            <a:lvl6pPr algn="ctr">
              <a:defRPr sz="1650" b="1">
                <a:solidFill>
                  <a:srgbClr val="0F9D8A"/>
                </a:solidFill>
              </a:defRPr>
            </a:lvl6pPr>
            <a:lvl7pPr algn="ctr">
              <a:defRPr sz="1650" b="1">
                <a:solidFill>
                  <a:srgbClr val="0F9D8A"/>
                </a:solidFill>
              </a:defRPr>
            </a:lvl7pPr>
            <a:lvl8pPr algn="ctr">
              <a:defRPr sz="1650" b="1">
                <a:solidFill>
                  <a:srgbClr val="0F9D8A"/>
                </a:solidFill>
              </a:defRPr>
            </a:lvl8pPr>
            <a:lvl9pPr algn="ctr">
              <a:defRPr sz="1650" b="1">
                <a:solidFill>
                  <a:srgbClr val="0F9D8A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F9D8A"/>
                </a:solidFill>
              </a:defRPr>
            </a:pPr>
            <a:r>
              <a:rPr sz="1650" b="1">
                <a:solidFill>
                  <a:srgbClr val="0F9D8A"/>
                </a:solidFill>
              </a:rPr>
              <a:t>38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CB5AC9-C1B2-4BF4-9EB8-E6F7C5C4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29250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27D98"/>
                </a:solidFill>
              </a:defRPr>
            </a:defPPr>
            <a:lvl1pPr>
              <a:defRPr sz="1200" b="0">
                <a:solidFill>
                  <a:srgbClr val="627D98"/>
                </a:solidFill>
              </a:defRPr>
            </a:lvl1pPr>
            <a:lvl2pPr>
              <a:defRPr sz="1200" b="0">
                <a:solidFill>
                  <a:srgbClr val="627D98"/>
                </a:solidFill>
              </a:defRPr>
            </a:lvl2pPr>
            <a:lvl3pPr>
              <a:defRPr sz="1200" b="0">
                <a:solidFill>
                  <a:srgbClr val="627D98"/>
                </a:solidFill>
              </a:defRPr>
            </a:lvl3pPr>
            <a:lvl4pPr>
              <a:defRPr sz="1200" b="0">
                <a:solidFill>
                  <a:srgbClr val="627D98"/>
                </a:solidFill>
              </a:defRPr>
            </a:lvl4pPr>
            <a:lvl5pPr>
              <a:defRPr sz="1200" b="0">
                <a:solidFill>
                  <a:srgbClr val="627D98"/>
                </a:solidFill>
              </a:defRPr>
            </a:lvl5pPr>
            <a:lvl6pPr>
              <a:defRPr sz="1200" b="0">
                <a:solidFill>
                  <a:srgbClr val="627D98"/>
                </a:solidFill>
              </a:defRPr>
            </a:lvl6pPr>
            <a:lvl7pPr>
              <a:defRPr sz="1200" b="0">
                <a:solidFill>
                  <a:srgbClr val="627D98"/>
                </a:solidFill>
              </a:defRPr>
            </a:lvl7pPr>
            <a:lvl8pPr>
              <a:defRPr sz="1200" b="0">
                <a:solidFill>
                  <a:srgbClr val="627D98"/>
                </a:solidFill>
              </a:defRPr>
            </a:lvl8pPr>
            <a:lvl9pPr>
              <a:defRPr sz="12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Preliminary split results only. They do not establish clinical validity, generalization, or performance in a care setting.</a:t>
            </a:r>
          </a:p>
        </p:txBody>
      </p:sp>
    </p:spTree>
    <p:extLst>
      <p:ext uri="{BB962C8B-B14F-4D97-AF65-F5344CB8AC3E}">
        <p14:creationId xmlns:p14="http://schemas.microsoft.com/office/powerpoint/2010/main" val="9710166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E5416-3A06-4B49-91EF-C781CCBB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EB9C6-ACBE-422B-94D0-01B38129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Demonstrated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94D3C-DB0D-4E25-8395-0656AEF1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27D98"/>
                </a:solidFill>
              </a:defRPr>
            </a:defPPr>
            <a:lvl1pPr>
              <a:defRPr sz="1275" b="0">
                <a:solidFill>
                  <a:srgbClr val="627D98"/>
                </a:solidFill>
              </a:defRPr>
            </a:lvl1pPr>
            <a:lvl2pPr>
              <a:defRPr sz="1275" b="0">
                <a:solidFill>
                  <a:srgbClr val="627D98"/>
                </a:solidFill>
              </a:defRPr>
            </a:lvl2pPr>
            <a:lvl3pPr>
              <a:defRPr sz="1275" b="0">
                <a:solidFill>
                  <a:srgbClr val="627D98"/>
                </a:solidFill>
              </a:defRPr>
            </a:lvl3pPr>
            <a:lvl4pPr>
              <a:defRPr sz="1275" b="0">
                <a:solidFill>
                  <a:srgbClr val="627D98"/>
                </a:solidFill>
              </a:defRPr>
            </a:lvl4pPr>
            <a:lvl5pPr>
              <a:defRPr sz="1275" b="0">
                <a:solidFill>
                  <a:srgbClr val="627D98"/>
                </a:solidFill>
              </a:defRPr>
            </a:lvl5pPr>
            <a:lvl6pPr>
              <a:defRPr sz="1275" b="0">
                <a:solidFill>
                  <a:srgbClr val="627D98"/>
                </a:solidFill>
              </a:defRPr>
            </a:lvl6pPr>
            <a:lvl7pPr>
              <a:defRPr sz="1275" b="0">
                <a:solidFill>
                  <a:srgbClr val="627D98"/>
                </a:solidFill>
              </a:defRPr>
            </a:lvl7pPr>
            <a:lvl8pPr>
              <a:defRPr sz="1275" b="0">
                <a:solidFill>
                  <a:srgbClr val="627D98"/>
                </a:solidFill>
              </a:defRPr>
            </a:lvl8pPr>
            <a:lvl9pPr>
              <a:defRPr sz="127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D98"/>
                </a:solidFill>
              </a:defRPr>
            </a:pPr>
            <a:r>
              <a:rPr sz="1275" b="0">
                <a:solidFill>
                  <a:srgbClr val="627D98"/>
                </a:solidFill>
              </a:rPr>
              <a:t>A working prototype makes the workflow concrete and inspectable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9A67B-E30C-4BC2-A8D5-2A40A91F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F943E-E215-4753-848C-EA5459E2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27D98"/>
                </a:solidFill>
              </a:defRPr>
            </a:defPPr>
            <a:lvl1pPr>
              <a:defRPr sz="900" b="0">
                <a:solidFill>
                  <a:srgbClr val="627D98"/>
                </a:solidFill>
              </a:defRPr>
            </a:lvl1pPr>
            <a:lvl2pPr>
              <a:defRPr sz="900" b="0">
                <a:solidFill>
                  <a:srgbClr val="627D98"/>
                </a:solidFill>
              </a:defRPr>
            </a:lvl2pPr>
            <a:lvl3pPr>
              <a:defRPr sz="900" b="0">
                <a:solidFill>
                  <a:srgbClr val="627D98"/>
                </a:solidFill>
              </a:defRPr>
            </a:lvl3pPr>
            <a:lvl4pPr>
              <a:defRPr sz="900" b="0">
                <a:solidFill>
                  <a:srgbClr val="627D98"/>
                </a:solidFill>
              </a:defRPr>
            </a:lvl4pPr>
            <a:lvl5pPr>
              <a:defRPr sz="900" b="0">
                <a:solidFill>
                  <a:srgbClr val="627D98"/>
                </a:solidFill>
              </a:defRPr>
            </a:lvl5pPr>
            <a:lvl6pPr>
              <a:defRPr sz="900" b="0">
                <a:solidFill>
                  <a:srgbClr val="627D98"/>
                </a:solidFill>
              </a:defRPr>
            </a:lvl6pPr>
            <a:lvl7pPr>
              <a:defRPr sz="900" b="0">
                <a:solidFill>
                  <a:srgbClr val="627D98"/>
                </a:solidFill>
              </a:defRPr>
            </a:lvl7pPr>
            <a:lvl8pPr>
              <a:defRPr sz="900" b="0">
                <a:solidFill>
                  <a:srgbClr val="627D98"/>
                </a:solidFill>
              </a:defRPr>
            </a:lvl8pPr>
            <a:lvl9pPr>
              <a:defRPr sz="9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HealthTwin  |  yadavaaditya26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4C0A9-F7C7-4CC6-9FC7-2E61D819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627D98"/>
                </a:solidFill>
              </a:defRPr>
            </a:defPPr>
            <a:lvl1pPr algn="r">
              <a:defRPr sz="900" b="1">
                <a:solidFill>
                  <a:srgbClr val="627D98"/>
                </a:solidFill>
              </a:defRPr>
            </a:lvl1pPr>
            <a:lvl2pPr algn="r">
              <a:defRPr sz="900" b="1">
                <a:solidFill>
                  <a:srgbClr val="627D98"/>
                </a:solidFill>
              </a:defRPr>
            </a:lvl2pPr>
            <a:lvl3pPr algn="r">
              <a:defRPr sz="900" b="1">
                <a:solidFill>
                  <a:srgbClr val="627D98"/>
                </a:solidFill>
              </a:defRPr>
            </a:lvl3pPr>
            <a:lvl4pPr algn="r">
              <a:defRPr sz="900" b="1">
                <a:solidFill>
                  <a:srgbClr val="627D98"/>
                </a:solidFill>
              </a:defRPr>
            </a:lvl4pPr>
            <a:lvl5pPr algn="r">
              <a:defRPr sz="900" b="1">
                <a:solidFill>
                  <a:srgbClr val="627D98"/>
                </a:solidFill>
              </a:defRPr>
            </a:lvl5pPr>
            <a:lvl6pPr algn="r">
              <a:defRPr sz="900" b="1">
                <a:solidFill>
                  <a:srgbClr val="627D98"/>
                </a:solidFill>
              </a:defRPr>
            </a:lvl6pPr>
            <a:lvl7pPr algn="r">
              <a:defRPr sz="900" b="1">
                <a:solidFill>
                  <a:srgbClr val="627D98"/>
                </a:solidFill>
              </a:defRPr>
            </a:lvl7pPr>
            <a:lvl8pPr algn="r">
              <a:defRPr sz="900" b="1">
                <a:solidFill>
                  <a:srgbClr val="627D98"/>
                </a:solidFill>
              </a:defRPr>
            </a:lvl8pPr>
            <a:lvl9pPr algn="r">
              <a:defRPr sz="900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27D98"/>
                </a:solidFill>
              </a:defRPr>
            </a:pPr>
            <a:r>
              <a:rPr sz="900" b="1">
                <a:solidFill>
                  <a:srgbClr val="627D98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A762D-E363-40CB-9291-5BDA6321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716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What the prototype demonstrates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7233C-EF2F-408E-861D-7AD6780F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ABBF2-80F1-4EA1-97B4-A1005091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9775"/>
            <a:ext cx="1004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43B53"/>
                </a:solidFill>
              </a:defRPr>
            </a:defPPr>
            <a:lvl1pPr>
              <a:defRPr sz="1350" b="0">
                <a:solidFill>
                  <a:srgbClr val="243B53"/>
                </a:solidFill>
              </a:defRPr>
            </a:lvl1pPr>
            <a:lvl2pPr>
              <a:defRPr sz="1350" b="0">
                <a:solidFill>
                  <a:srgbClr val="243B53"/>
                </a:solidFill>
              </a:defRPr>
            </a:lvl2pPr>
            <a:lvl3pPr>
              <a:defRPr sz="1350" b="0">
                <a:solidFill>
                  <a:srgbClr val="243B53"/>
                </a:solidFill>
              </a:defRPr>
            </a:lvl3pPr>
            <a:lvl4pPr>
              <a:defRPr sz="1350" b="0">
                <a:solidFill>
                  <a:srgbClr val="243B53"/>
                </a:solidFill>
              </a:defRPr>
            </a:lvl4pPr>
            <a:lvl5pPr>
              <a:defRPr sz="1350" b="0">
                <a:solidFill>
                  <a:srgbClr val="243B53"/>
                </a:solidFill>
              </a:defRPr>
            </a:lvl5pPr>
            <a:lvl6pPr>
              <a:defRPr sz="1350" b="0">
                <a:solidFill>
                  <a:srgbClr val="243B53"/>
                </a:solidFill>
              </a:defRPr>
            </a:lvl6pPr>
            <a:lvl7pPr>
              <a:defRPr sz="1350" b="0">
                <a:solidFill>
                  <a:srgbClr val="243B53"/>
                </a:solidFill>
              </a:defRPr>
            </a:lvl7pPr>
            <a:lvl8pPr>
              <a:defRPr sz="1350" b="0">
                <a:solidFill>
                  <a:srgbClr val="243B53"/>
                </a:solidFill>
              </a:defRPr>
            </a:lvl8pPr>
            <a:lvl9pPr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A participant profile can organize baseline information and timestamped readings.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A0899-C306-460E-8A95-E6581FFC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884BC-263C-4E8D-90FE-476A961C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004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43B53"/>
                </a:solidFill>
              </a:defRPr>
            </a:defPPr>
            <a:lvl1pPr>
              <a:defRPr sz="1350" b="0">
                <a:solidFill>
                  <a:srgbClr val="243B53"/>
                </a:solidFill>
              </a:defRPr>
            </a:lvl1pPr>
            <a:lvl2pPr>
              <a:defRPr sz="1350" b="0">
                <a:solidFill>
                  <a:srgbClr val="243B53"/>
                </a:solidFill>
              </a:defRPr>
            </a:lvl2pPr>
            <a:lvl3pPr>
              <a:defRPr sz="1350" b="0">
                <a:solidFill>
                  <a:srgbClr val="243B53"/>
                </a:solidFill>
              </a:defRPr>
            </a:lvl3pPr>
            <a:lvl4pPr>
              <a:defRPr sz="1350" b="0">
                <a:solidFill>
                  <a:srgbClr val="243B53"/>
                </a:solidFill>
              </a:defRPr>
            </a:lvl4pPr>
            <a:lvl5pPr>
              <a:defRPr sz="1350" b="0">
                <a:solidFill>
                  <a:srgbClr val="243B53"/>
                </a:solidFill>
              </a:defRPr>
            </a:lvl5pPr>
            <a:lvl6pPr>
              <a:defRPr sz="1350" b="0">
                <a:solidFill>
                  <a:srgbClr val="243B53"/>
                </a:solidFill>
              </a:defRPr>
            </a:lvl6pPr>
            <a:lvl7pPr>
              <a:defRPr sz="1350" b="0">
                <a:solidFill>
                  <a:srgbClr val="243B53"/>
                </a:solidFill>
              </a:defRPr>
            </a:lvl7pPr>
            <a:lvl8pPr>
              <a:defRPr sz="1350" b="0">
                <a:solidFill>
                  <a:srgbClr val="243B53"/>
                </a:solidFill>
              </a:defRPr>
            </a:lvl8pPr>
            <a:lvl9pPr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The dashboard can make historical measurements easier to review together.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BC86D-AB0F-47A2-8676-DCB7B783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0FE74-3C2E-407F-B4ED-5A1744D6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57575"/>
            <a:ext cx="1004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43B53"/>
                </a:solidFill>
              </a:defRPr>
            </a:defPPr>
            <a:lvl1pPr>
              <a:defRPr sz="1350" b="0">
                <a:solidFill>
                  <a:srgbClr val="243B53"/>
                </a:solidFill>
              </a:defRPr>
            </a:lvl1pPr>
            <a:lvl2pPr>
              <a:defRPr sz="1350" b="0">
                <a:solidFill>
                  <a:srgbClr val="243B53"/>
                </a:solidFill>
              </a:defRPr>
            </a:lvl2pPr>
            <a:lvl3pPr>
              <a:defRPr sz="1350" b="0">
                <a:solidFill>
                  <a:srgbClr val="243B53"/>
                </a:solidFill>
              </a:defRPr>
            </a:lvl3pPr>
            <a:lvl4pPr>
              <a:defRPr sz="1350" b="0">
                <a:solidFill>
                  <a:srgbClr val="243B53"/>
                </a:solidFill>
              </a:defRPr>
            </a:lvl4pPr>
            <a:lvl5pPr>
              <a:defRPr sz="1350" b="0">
                <a:solidFill>
                  <a:srgbClr val="243B53"/>
                </a:solidFill>
              </a:defRPr>
            </a:lvl5pPr>
            <a:lvl6pPr>
              <a:defRPr sz="1350" b="0">
                <a:solidFill>
                  <a:srgbClr val="243B53"/>
                </a:solidFill>
              </a:defRPr>
            </a:lvl6pPr>
            <a:lvl7pPr>
              <a:defRPr sz="1350" b="0">
                <a:solidFill>
                  <a:srgbClr val="243B53"/>
                </a:solidFill>
              </a:defRPr>
            </a:lvl7pPr>
            <a:lvl8pPr>
              <a:defRPr sz="1350" b="0">
                <a:solidFill>
                  <a:srgbClr val="243B53"/>
                </a:solidFill>
              </a:defRPr>
            </a:lvl8pPr>
            <a:lvl9pPr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A stable reference can be compared with a clearly labeled hypothetical scenario.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94653-791D-44CD-93AF-263306D9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82659-E063-46D3-A806-B514EF7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81475"/>
            <a:ext cx="1004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43B53"/>
                </a:solidFill>
              </a:defRPr>
            </a:defPPr>
            <a:lvl1pPr>
              <a:defRPr sz="1350" b="0">
                <a:solidFill>
                  <a:srgbClr val="243B53"/>
                </a:solidFill>
              </a:defRPr>
            </a:lvl1pPr>
            <a:lvl2pPr>
              <a:defRPr sz="1350" b="0">
                <a:solidFill>
                  <a:srgbClr val="243B53"/>
                </a:solidFill>
              </a:defRPr>
            </a:lvl2pPr>
            <a:lvl3pPr>
              <a:defRPr sz="1350" b="0">
                <a:solidFill>
                  <a:srgbClr val="243B53"/>
                </a:solidFill>
              </a:defRPr>
            </a:lvl3pPr>
            <a:lvl4pPr>
              <a:defRPr sz="1350" b="0">
                <a:solidFill>
                  <a:srgbClr val="243B53"/>
                </a:solidFill>
              </a:defRPr>
            </a:lvl4pPr>
            <a:lvl5pPr>
              <a:defRPr sz="1350" b="0">
                <a:solidFill>
                  <a:srgbClr val="243B53"/>
                </a:solidFill>
              </a:defRPr>
            </a:lvl5pPr>
            <a:lvl6pPr>
              <a:defRPr sz="1350" b="0">
                <a:solidFill>
                  <a:srgbClr val="243B53"/>
                </a:solidFill>
              </a:defRPr>
            </a:lvl6pPr>
            <a:lvl7pPr>
              <a:defRPr sz="1350" b="0">
                <a:solidFill>
                  <a:srgbClr val="243B53"/>
                </a:solidFill>
              </a:defRPr>
            </a:lvl7pPr>
            <a:lvl8pPr>
              <a:defRPr sz="1350" b="0">
                <a:solidFill>
                  <a:srgbClr val="243B53"/>
                </a:solidFill>
              </a:defRPr>
            </a:lvl8pPr>
            <a:lvl9pPr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A separate classifier pipeline can expose held-out metrics for inspection.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E528E-A361-4253-8906-180BDC30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81600"/>
            <a:ext cx="10715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DB9E7-03E4-44CD-B975-63FA2651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Real-world problem addressed: scattered measurements are harder to interpret without a simple longitudinal view.</a:t>
            </a:r>
          </a:p>
        </p:txBody>
      </p:sp>
    </p:spTree>
    <p:extLst>
      <p:ext uri="{BB962C8B-B14F-4D97-AF65-F5344CB8AC3E}">
        <p14:creationId xmlns:p14="http://schemas.microsoft.com/office/powerpoint/2010/main" val="13600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C62D39-4BCD-4A26-A5FD-48009E95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F53D8-9835-4949-ADB2-8D4FD6FF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Scope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E98D4-AF1C-4721-9A76-20A38B12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27D98"/>
                </a:solidFill>
              </a:defRPr>
            </a:defPPr>
            <a:lvl1pPr>
              <a:defRPr sz="1275" b="0">
                <a:solidFill>
                  <a:srgbClr val="627D98"/>
                </a:solidFill>
              </a:defRPr>
            </a:lvl1pPr>
            <a:lvl2pPr>
              <a:defRPr sz="1275" b="0">
                <a:solidFill>
                  <a:srgbClr val="627D98"/>
                </a:solidFill>
              </a:defRPr>
            </a:lvl2pPr>
            <a:lvl3pPr>
              <a:defRPr sz="1275" b="0">
                <a:solidFill>
                  <a:srgbClr val="627D98"/>
                </a:solidFill>
              </a:defRPr>
            </a:lvl3pPr>
            <a:lvl4pPr>
              <a:defRPr sz="1275" b="0">
                <a:solidFill>
                  <a:srgbClr val="627D98"/>
                </a:solidFill>
              </a:defRPr>
            </a:lvl4pPr>
            <a:lvl5pPr>
              <a:defRPr sz="1275" b="0">
                <a:solidFill>
                  <a:srgbClr val="627D98"/>
                </a:solidFill>
              </a:defRPr>
            </a:lvl5pPr>
            <a:lvl6pPr>
              <a:defRPr sz="1275" b="0">
                <a:solidFill>
                  <a:srgbClr val="627D98"/>
                </a:solidFill>
              </a:defRPr>
            </a:lvl6pPr>
            <a:lvl7pPr>
              <a:defRPr sz="1275" b="0">
                <a:solidFill>
                  <a:srgbClr val="627D98"/>
                </a:solidFill>
              </a:defRPr>
            </a:lvl7pPr>
            <a:lvl8pPr>
              <a:defRPr sz="1275" b="0">
                <a:solidFill>
                  <a:srgbClr val="627D98"/>
                </a:solidFill>
              </a:defRPr>
            </a:lvl8pPr>
            <a:lvl9pPr>
              <a:defRPr sz="127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D98"/>
                </a:solidFill>
              </a:defRPr>
            </a:pPr>
            <a:r>
              <a:rPr sz="1275" b="0">
                <a:solidFill>
                  <a:srgbClr val="627D98"/>
                </a:solidFill>
              </a:rPr>
              <a:t>Accurate framing for a health-related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F1543-0DDE-40C8-ADE0-166185C3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36346-610F-4B3C-B12F-B2E33DE9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27D98"/>
                </a:solidFill>
              </a:defRPr>
            </a:defPPr>
            <a:lvl1pPr>
              <a:defRPr sz="900" b="0">
                <a:solidFill>
                  <a:srgbClr val="627D98"/>
                </a:solidFill>
              </a:defRPr>
            </a:lvl1pPr>
            <a:lvl2pPr>
              <a:defRPr sz="900" b="0">
                <a:solidFill>
                  <a:srgbClr val="627D98"/>
                </a:solidFill>
              </a:defRPr>
            </a:lvl2pPr>
            <a:lvl3pPr>
              <a:defRPr sz="900" b="0">
                <a:solidFill>
                  <a:srgbClr val="627D98"/>
                </a:solidFill>
              </a:defRPr>
            </a:lvl3pPr>
            <a:lvl4pPr>
              <a:defRPr sz="900" b="0">
                <a:solidFill>
                  <a:srgbClr val="627D98"/>
                </a:solidFill>
              </a:defRPr>
            </a:lvl4pPr>
            <a:lvl5pPr>
              <a:defRPr sz="900" b="0">
                <a:solidFill>
                  <a:srgbClr val="627D98"/>
                </a:solidFill>
              </a:defRPr>
            </a:lvl5pPr>
            <a:lvl6pPr>
              <a:defRPr sz="900" b="0">
                <a:solidFill>
                  <a:srgbClr val="627D98"/>
                </a:solidFill>
              </a:defRPr>
            </a:lvl6pPr>
            <a:lvl7pPr>
              <a:defRPr sz="900" b="0">
                <a:solidFill>
                  <a:srgbClr val="627D98"/>
                </a:solidFill>
              </a:defRPr>
            </a:lvl7pPr>
            <a:lvl8pPr>
              <a:defRPr sz="900" b="0">
                <a:solidFill>
                  <a:srgbClr val="627D98"/>
                </a:solidFill>
              </a:defRPr>
            </a:lvl8pPr>
            <a:lvl9pPr>
              <a:defRPr sz="9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HealthTwin  |  yadavaaditya26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94CB5-7E3A-4E8D-80F5-F9629222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627D98"/>
                </a:solidFill>
              </a:defRPr>
            </a:defPPr>
            <a:lvl1pPr algn="r">
              <a:defRPr sz="900" b="1">
                <a:solidFill>
                  <a:srgbClr val="627D98"/>
                </a:solidFill>
              </a:defRPr>
            </a:lvl1pPr>
            <a:lvl2pPr algn="r">
              <a:defRPr sz="900" b="1">
                <a:solidFill>
                  <a:srgbClr val="627D98"/>
                </a:solidFill>
              </a:defRPr>
            </a:lvl2pPr>
            <a:lvl3pPr algn="r">
              <a:defRPr sz="900" b="1">
                <a:solidFill>
                  <a:srgbClr val="627D98"/>
                </a:solidFill>
              </a:defRPr>
            </a:lvl3pPr>
            <a:lvl4pPr algn="r">
              <a:defRPr sz="900" b="1">
                <a:solidFill>
                  <a:srgbClr val="627D98"/>
                </a:solidFill>
              </a:defRPr>
            </a:lvl4pPr>
            <a:lvl5pPr algn="r">
              <a:defRPr sz="900" b="1">
                <a:solidFill>
                  <a:srgbClr val="627D98"/>
                </a:solidFill>
              </a:defRPr>
            </a:lvl5pPr>
            <a:lvl6pPr algn="r">
              <a:defRPr sz="900" b="1">
                <a:solidFill>
                  <a:srgbClr val="627D98"/>
                </a:solidFill>
              </a:defRPr>
            </a:lvl6pPr>
            <a:lvl7pPr algn="r">
              <a:defRPr sz="900" b="1">
                <a:solidFill>
                  <a:srgbClr val="627D98"/>
                </a:solidFill>
              </a:defRPr>
            </a:lvl7pPr>
            <a:lvl8pPr algn="r">
              <a:defRPr sz="900" b="1">
                <a:solidFill>
                  <a:srgbClr val="627D98"/>
                </a:solidFill>
              </a:defRPr>
            </a:lvl8pPr>
            <a:lvl9pPr algn="r">
              <a:defRPr sz="900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27D98"/>
                </a:solidFill>
              </a:defRPr>
            </a:pPr>
            <a:r>
              <a:rPr sz="900" b="1">
                <a:solidFill>
                  <a:srgbClr val="627D98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310BA-DF70-4B04-BB0A-B752CA85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3333750" cy="2695575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1ACB9-584A-4999-A1D6-D7FF7082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66675" cy="2695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D5818-2197-4D5B-82BD-E0A59C94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85A65-3662-46EF-8F00-8902C3ED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9337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Evaluation uses a preliminary split of the Pima Indians Diabetes dataset. It is not a validation study.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FA13A-C4DA-4EF0-AE18-D86711F7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76425"/>
            <a:ext cx="3333750" cy="2695575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11015-5003-4841-9FF0-42FDA7FD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76425"/>
            <a:ext cx="66675" cy="2695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81B90-BF88-4A35-8D87-E3038AF3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383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Scenarios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72AE4-05B5-4C73-B67B-0364990E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19350"/>
            <a:ext cx="29337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Rule-based rates are illustrative. They are not validated forecasts of an individual’s future health.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D2A23-F209-40F9-8073-A4FE43E6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76425"/>
            <a:ext cx="3333750" cy="2695575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D08E1-C58B-416C-986F-E4F61EA2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76425"/>
            <a:ext cx="66675" cy="2695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C5D37-9E13-4215-A2DC-3B86053E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55689-E604-44CC-ACEF-8AA53510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29337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243B53"/>
                </a:solidFill>
              </a:defRPr>
            </a:defPPr>
            <a:lvl1pPr>
              <a:defRPr sz="1200" b="0">
                <a:solidFill>
                  <a:srgbClr val="243B53"/>
                </a:solidFill>
              </a:defRPr>
            </a:lvl1pPr>
            <a:lvl2pPr>
              <a:defRPr sz="1200" b="0">
                <a:solidFill>
                  <a:srgbClr val="243B53"/>
                </a:solidFill>
              </a:defRPr>
            </a:lvl2pPr>
            <a:lvl3pPr>
              <a:defRPr sz="1200" b="0">
                <a:solidFill>
                  <a:srgbClr val="243B53"/>
                </a:solidFill>
              </a:defRPr>
            </a:lvl3pPr>
            <a:lvl4pPr>
              <a:defRPr sz="1200" b="0">
                <a:solidFill>
                  <a:srgbClr val="243B53"/>
                </a:solidFill>
              </a:defRPr>
            </a:lvl4pPr>
            <a:lvl5pPr>
              <a:defRPr sz="1200" b="0">
                <a:solidFill>
                  <a:srgbClr val="243B53"/>
                </a:solidFill>
              </a:defRPr>
            </a:lvl5pPr>
            <a:lvl6pPr>
              <a:defRPr sz="1200" b="0">
                <a:solidFill>
                  <a:srgbClr val="243B53"/>
                </a:solidFill>
              </a:defRPr>
            </a:lvl6pPr>
            <a:lvl7pPr>
              <a:defRPr sz="1200" b="0">
                <a:solidFill>
                  <a:srgbClr val="243B53"/>
                </a:solidFill>
              </a:defRPr>
            </a:lvl7pPr>
            <a:lvl8pPr>
              <a:defRPr sz="1200" b="0">
                <a:solidFill>
                  <a:srgbClr val="243B53"/>
                </a:solidFill>
              </a:defRPr>
            </a:lvl8pPr>
            <a:lvl9pPr>
              <a:defRPr sz="12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The prototype is for demonstration and exploration. It does not diagnose, recommend treatment, or replace clinical judgment.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F7F67-B5C2-449C-85D6-E9C23D8B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No clinical outcome or health improvement is claimed.</a:t>
            </a:r>
          </a:p>
        </p:txBody>
      </p:sp>
    </p:spTree>
    <p:extLst>
      <p:ext uri="{BB962C8B-B14F-4D97-AF65-F5344CB8AC3E}">
        <p14:creationId xmlns:p14="http://schemas.microsoft.com/office/powerpoint/2010/main" val="10966056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0CB3C-EDC9-45C1-A45B-2420A9C2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DB3B0-0D39-40C5-ADEA-758BE862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  <a:lvl1pPr>
              <a:defRPr sz="2550" b="1">
                <a:solidFill>
                  <a:srgbClr val="102A43"/>
                </a:solidFill>
              </a:defRPr>
            </a:lvl1pPr>
            <a:lvl2pPr>
              <a:defRPr sz="2550" b="1">
                <a:solidFill>
                  <a:srgbClr val="102A43"/>
                </a:solidFill>
              </a:defRPr>
            </a:lvl2pPr>
            <a:lvl3pPr>
              <a:defRPr sz="2550" b="1">
                <a:solidFill>
                  <a:srgbClr val="102A43"/>
                </a:solidFill>
              </a:defRPr>
            </a:lvl3pPr>
            <a:lvl4pPr>
              <a:defRPr sz="2550" b="1">
                <a:solidFill>
                  <a:srgbClr val="102A43"/>
                </a:solidFill>
              </a:defRPr>
            </a:lvl4pPr>
            <a:lvl5pPr>
              <a:defRPr sz="2550" b="1">
                <a:solidFill>
                  <a:srgbClr val="102A43"/>
                </a:solidFill>
              </a:defRPr>
            </a:lvl5pPr>
            <a:lvl6pPr>
              <a:defRPr sz="2550" b="1">
                <a:solidFill>
                  <a:srgbClr val="102A43"/>
                </a:solidFill>
              </a:defRPr>
            </a:lvl6pPr>
            <a:lvl7pPr>
              <a:defRPr sz="2550" b="1">
                <a:solidFill>
                  <a:srgbClr val="102A43"/>
                </a:solidFill>
              </a:defRPr>
            </a:lvl7pPr>
            <a:lvl8pPr>
              <a:defRPr sz="2550" b="1">
                <a:solidFill>
                  <a:srgbClr val="102A43"/>
                </a:solidFill>
              </a:defRPr>
            </a:lvl8pPr>
            <a:lvl9pPr>
              <a:defRPr sz="25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Next steps for real-world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B9910-87FE-4DD6-BF8D-41D2531A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27D98"/>
                </a:solidFill>
              </a:defRPr>
            </a:defPPr>
            <a:lvl1pPr>
              <a:defRPr sz="1275" b="0">
                <a:solidFill>
                  <a:srgbClr val="627D98"/>
                </a:solidFill>
              </a:defRPr>
            </a:lvl1pPr>
            <a:lvl2pPr>
              <a:defRPr sz="1275" b="0">
                <a:solidFill>
                  <a:srgbClr val="627D98"/>
                </a:solidFill>
              </a:defRPr>
            </a:lvl2pPr>
            <a:lvl3pPr>
              <a:defRPr sz="1275" b="0">
                <a:solidFill>
                  <a:srgbClr val="627D98"/>
                </a:solidFill>
              </a:defRPr>
            </a:lvl3pPr>
            <a:lvl4pPr>
              <a:defRPr sz="1275" b="0">
                <a:solidFill>
                  <a:srgbClr val="627D98"/>
                </a:solidFill>
              </a:defRPr>
            </a:lvl4pPr>
            <a:lvl5pPr>
              <a:defRPr sz="1275" b="0">
                <a:solidFill>
                  <a:srgbClr val="627D98"/>
                </a:solidFill>
              </a:defRPr>
            </a:lvl5pPr>
            <a:lvl6pPr>
              <a:defRPr sz="1275" b="0">
                <a:solidFill>
                  <a:srgbClr val="627D98"/>
                </a:solidFill>
              </a:defRPr>
            </a:lvl6pPr>
            <a:lvl7pPr>
              <a:defRPr sz="1275" b="0">
                <a:solidFill>
                  <a:srgbClr val="627D98"/>
                </a:solidFill>
              </a:defRPr>
            </a:lvl7pPr>
            <a:lvl8pPr>
              <a:defRPr sz="1275" b="0">
                <a:solidFill>
                  <a:srgbClr val="627D98"/>
                </a:solidFill>
              </a:defRPr>
            </a:lvl8pPr>
            <a:lvl9pPr>
              <a:defRPr sz="127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D98"/>
                </a:solidFill>
              </a:defRPr>
            </a:pPr>
            <a:r>
              <a:rPr sz="1275" b="0">
                <a:solidFill>
                  <a:srgbClr val="627D98"/>
                </a:solidFill>
              </a:rPr>
              <a:t>A credible path from demonstration to evaluated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EDE84-BD8A-42C3-9656-578EB796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1C80A-6560-4719-A322-E573A667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27D98"/>
                </a:solidFill>
              </a:defRPr>
            </a:defPPr>
            <a:lvl1pPr>
              <a:defRPr sz="900" b="0">
                <a:solidFill>
                  <a:srgbClr val="627D98"/>
                </a:solidFill>
              </a:defRPr>
            </a:lvl1pPr>
            <a:lvl2pPr>
              <a:defRPr sz="900" b="0">
                <a:solidFill>
                  <a:srgbClr val="627D98"/>
                </a:solidFill>
              </a:defRPr>
            </a:lvl2pPr>
            <a:lvl3pPr>
              <a:defRPr sz="900" b="0">
                <a:solidFill>
                  <a:srgbClr val="627D98"/>
                </a:solidFill>
              </a:defRPr>
            </a:lvl3pPr>
            <a:lvl4pPr>
              <a:defRPr sz="900" b="0">
                <a:solidFill>
                  <a:srgbClr val="627D98"/>
                </a:solidFill>
              </a:defRPr>
            </a:lvl4pPr>
            <a:lvl5pPr>
              <a:defRPr sz="900" b="0">
                <a:solidFill>
                  <a:srgbClr val="627D98"/>
                </a:solidFill>
              </a:defRPr>
            </a:lvl5pPr>
            <a:lvl6pPr>
              <a:defRPr sz="900" b="0">
                <a:solidFill>
                  <a:srgbClr val="627D98"/>
                </a:solidFill>
              </a:defRPr>
            </a:lvl6pPr>
            <a:lvl7pPr>
              <a:defRPr sz="900" b="0">
                <a:solidFill>
                  <a:srgbClr val="627D98"/>
                </a:solidFill>
              </a:defRPr>
            </a:lvl7pPr>
            <a:lvl8pPr>
              <a:defRPr sz="900" b="0">
                <a:solidFill>
                  <a:srgbClr val="627D98"/>
                </a:solidFill>
              </a:defRPr>
            </a:lvl8pPr>
            <a:lvl9pPr>
              <a:defRPr sz="90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HealthTwin  |  yadavaaditya26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E6735-EB24-4EC9-8F6E-90856BF1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627D98"/>
                </a:solidFill>
              </a:defRPr>
            </a:defPPr>
            <a:lvl1pPr algn="r">
              <a:defRPr sz="900" b="1">
                <a:solidFill>
                  <a:srgbClr val="627D98"/>
                </a:solidFill>
              </a:defRPr>
            </a:lvl1pPr>
            <a:lvl2pPr algn="r">
              <a:defRPr sz="900" b="1">
                <a:solidFill>
                  <a:srgbClr val="627D98"/>
                </a:solidFill>
              </a:defRPr>
            </a:lvl2pPr>
            <a:lvl3pPr algn="r">
              <a:defRPr sz="900" b="1">
                <a:solidFill>
                  <a:srgbClr val="627D98"/>
                </a:solidFill>
              </a:defRPr>
            </a:lvl3pPr>
            <a:lvl4pPr algn="r">
              <a:defRPr sz="900" b="1">
                <a:solidFill>
                  <a:srgbClr val="627D98"/>
                </a:solidFill>
              </a:defRPr>
            </a:lvl4pPr>
            <a:lvl5pPr algn="r">
              <a:defRPr sz="900" b="1">
                <a:solidFill>
                  <a:srgbClr val="627D98"/>
                </a:solidFill>
              </a:defRPr>
            </a:lvl5pPr>
            <a:lvl6pPr algn="r">
              <a:defRPr sz="900" b="1">
                <a:solidFill>
                  <a:srgbClr val="627D98"/>
                </a:solidFill>
              </a:defRPr>
            </a:lvl6pPr>
            <a:lvl7pPr algn="r">
              <a:defRPr sz="900" b="1">
                <a:solidFill>
                  <a:srgbClr val="627D98"/>
                </a:solidFill>
              </a:defRPr>
            </a:lvl7pPr>
            <a:lvl8pPr algn="r">
              <a:defRPr sz="900" b="1">
                <a:solidFill>
                  <a:srgbClr val="627D98"/>
                </a:solidFill>
              </a:defRPr>
            </a:lvl8pPr>
            <a:lvl9pPr algn="r">
              <a:defRPr sz="900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27D98"/>
                </a:solidFill>
              </a:defRPr>
            </a:pPr>
            <a:r>
              <a:rPr sz="900" b="1">
                <a:solidFill>
                  <a:srgbClr val="627D98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6F246-C10E-4E60-BE82-B3D95037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33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56AF6-2ED3-4269-8F0F-0AF9DB59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F89FB-A6A7-401C-9AA9-7D2FE302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240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Define intended users and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5F60C-1076-4314-9F8D-2014436F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76425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243B53"/>
                </a:solidFill>
              </a:defRPr>
            </a:defPPr>
            <a:lvl1pPr>
              <a:defRPr sz="1125" b="0">
                <a:solidFill>
                  <a:srgbClr val="243B53"/>
                </a:solidFill>
              </a:defRPr>
            </a:lvl1pPr>
            <a:lvl2pPr>
              <a:defRPr sz="1125" b="0">
                <a:solidFill>
                  <a:srgbClr val="243B53"/>
                </a:solidFill>
              </a:defRPr>
            </a:lvl2pPr>
            <a:lvl3pPr>
              <a:defRPr sz="1125" b="0">
                <a:solidFill>
                  <a:srgbClr val="243B53"/>
                </a:solidFill>
              </a:defRPr>
            </a:lvl3pPr>
            <a:lvl4pPr>
              <a:defRPr sz="1125" b="0">
                <a:solidFill>
                  <a:srgbClr val="243B53"/>
                </a:solidFill>
              </a:defRPr>
            </a:lvl4pPr>
            <a:lvl5pPr>
              <a:defRPr sz="1125" b="0">
                <a:solidFill>
                  <a:srgbClr val="243B53"/>
                </a:solidFill>
              </a:defRPr>
            </a:lvl5pPr>
            <a:lvl6pPr>
              <a:defRPr sz="1125" b="0">
                <a:solidFill>
                  <a:srgbClr val="243B53"/>
                </a:solidFill>
              </a:defRPr>
            </a:lvl6pPr>
            <a:lvl7pPr>
              <a:defRPr sz="1125" b="0">
                <a:solidFill>
                  <a:srgbClr val="243B53"/>
                </a:solidFill>
              </a:defRPr>
            </a:lvl7pPr>
            <a:lvl8pPr>
              <a:defRPr sz="1125" b="0">
                <a:solidFill>
                  <a:srgbClr val="243B53"/>
                </a:solidFill>
              </a:defRPr>
            </a:lvl8pPr>
            <a:lvl9pPr>
              <a:defRPr sz="11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43B53"/>
                </a:solidFill>
              </a:defRPr>
            </a:pPr>
            <a:r>
              <a:rPr sz="1125" b="0">
                <a:solidFill>
                  <a:srgbClr val="243B53"/>
                </a:solidFill>
              </a:rPr>
              <a:t>Specify whether the primary user is a participant, researcher, or clinician.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908BB-F24A-4FD6-8A8B-3845E495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D1E49-7AF4-49C7-8137-032488B2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DBCA5-079D-472B-926E-C3B951EE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289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Improve data quality and safeguards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75CAB-1555-49BB-BAB3-1019FCD7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81325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243B53"/>
                </a:solidFill>
              </a:defRPr>
            </a:defPPr>
            <a:lvl1pPr>
              <a:defRPr sz="1125" b="0">
                <a:solidFill>
                  <a:srgbClr val="243B53"/>
                </a:solidFill>
              </a:defRPr>
            </a:lvl1pPr>
            <a:lvl2pPr>
              <a:defRPr sz="1125" b="0">
                <a:solidFill>
                  <a:srgbClr val="243B53"/>
                </a:solidFill>
              </a:defRPr>
            </a:lvl2pPr>
            <a:lvl3pPr>
              <a:defRPr sz="1125" b="0">
                <a:solidFill>
                  <a:srgbClr val="243B53"/>
                </a:solidFill>
              </a:defRPr>
            </a:lvl3pPr>
            <a:lvl4pPr>
              <a:defRPr sz="1125" b="0">
                <a:solidFill>
                  <a:srgbClr val="243B53"/>
                </a:solidFill>
              </a:defRPr>
            </a:lvl4pPr>
            <a:lvl5pPr>
              <a:defRPr sz="1125" b="0">
                <a:solidFill>
                  <a:srgbClr val="243B53"/>
                </a:solidFill>
              </a:defRPr>
            </a:lvl5pPr>
            <a:lvl6pPr>
              <a:defRPr sz="1125" b="0">
                <a:solidFill>
                  <a:srgbClr val="243B53"/>
                </a:solidFill>
              </a:defRPr>
            </a:lvl6pPr>
            <a:lvl7pPr>
              <a:defRPr sz="1125" b="0">
                <a:solidFill>
                  <a:srgbClr val="243B53"/>
                </a:solidFill>
              </a:defRPr>
            </a:lvl7pPr>
            <a:lvl8pPr>
              <a:defRPr sz="1125" b="0">
                <a:solidFill>
                  <a:srgbClr val="243B53"/>
                </a:solidFill>
              </a:defRPr>
            </a:lvl8pPr>
            <a:lvl9pPr>
              <a:defRPr sz="11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43B53"/>
                </a:solidFill>
              </a:defRPr>
            </a:pPr>
            <a:r>
              <a:rPr sz="1125" b="0">
                <a:solidFill>
                  <a:srgbClr val="243B53"/>
                </a:solidFill>
              </a:rPr>
              <a:t>Document units, missing values, consent, access, retention, and privacy controls.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BC0C7-3C47-48D1-9080-6E3C21E5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D83C3-693D-4006-A34C-5F0CC05F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D357E-ED39-4FF4-B705-FAA7B68A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Validate with appropriate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39DCF-BB69-4AB4-8B8B-AB7102F7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86225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243B53"/>
                </a:solidFill>
              </a:defRPr>
            </a:defPPr>
            <a:lvl1pPr>
              <a:defRPr sz="1125" b="0">
                <a:solidFill>
                  <a:srgbClr val="243B53"/>
                </a:solidFill>
              </a:defRPr>
            </a:lvl1pPr>
            <a:lvl2pPr>
              <a:defRPr sz="1125" b="0">
                <a:solidFill>
                  <a:srgbClr val="243B53"/>
                </a:solidFill>
              </a:defRPr>
            </a:lvl2pPr>
            <a:lvl3pPr>
              <a:defRPr sz="1125" b="0">
                <a:solidFill>
                  <a:srgbClr val="243B53"/>
                </a:solidFill>
              </a:defRPr>
            </a:lvl3pPr>
            <a:lvl4pPr>
              <a:defRPr sz="1125" b="0">
                <a:solidFill>
                  <a:srgbClr val="243B53"/>
                </a:solidFill>
              </a:defRPr>
            </a:lvl4pPr>
            <a:lvl5pPr>
              <a:defRPr sz="1125" b="0">
                <a:solidFill>
                  <a:srgbClr val="243B53"/>
                </a:solidFill>
              </a:defRPr>
            </a:lvl5pPr>
            <a:lvl6pPr>
              <a:defRPr sz="1125" b="0">
                <a:solidFill>
                  <a:srgbClr val="243B53"/>
                </a:solidFill>
              </a:defRPr>
            </a:lvl6pPr>
            <a:lvl7pPr>
              <a:defRPr sz="1125" b="0">
                <a:solidFill>
                  <a:srgbClr val="243B53"/>
                </a:solidFill>
              </a:defRPr>
            </a:lvl7pPr>
            <a:lvl8pPr>
              <a:defRPr sz="1125" b="0">
                <a:solidFill>
                  <a:srgbClr val="243B53"/>
                </a:solidFill>
              </a:defRPr>
            </a:lvl8pPr>
            <a:lvl9pPr>
              <a:defRPr sz="11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43B53"/>
                </a:solidFill>
              </a:defRPr>
            </a:pPr>
            <a:r>
              <a:rPr sz="1125" b="0">
                <a:solidFill>
                  <a:srgbClr val="243B53"/>
                </a:solidFill>
              </a:rPr>
              <a:t>Use representative, governed datasets and an evaluation plan reviewed by domain experts.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38498-5815-4DBA-81D4-763A9548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EEA18-597B-404A-A807-136B8266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011E1-A5CA-4F84-859F-D5F280B9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387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Test the experience with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E7552-B996-4308-893F-3E1AFA8E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91125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243B53"/>
                </a:solidFill>
              </a:defRPr>
            </a:defPPr>
            <a:lvl1pPr>
              <a:defRPr sz="1125" b="0">
                <a:solidFill>
                  <a:srgbClr val="243B53"/>
                </a:solidFill>
              </a:defRPr>
            </a:lvl1pPr>
            <a:lvl2pPr>
              <a:defRPr sz="1125" b="0">
                <a:solidFill>
                  <a:srgbClr val="243B53"/>
                </a:solidFill>
              </a:defRPr>
            </a:lvl2pPr>
            <a:lvl3pPr>
              <a:defRPr sz="1125" b="0">
                <a:solidFill>
                  <a:srgbClr val="243B53"/>
                </a:solidFill>
              </a:defRPr>
            </a:lvl3pPr>
            <a:lvl4pPr>
              <a:defRPr sz="1125" b="0">
                <a:solidFill>
                  <a:srgbClr val="243B53"/>
                </a:solidFill>
              </a:defRPr>
            </a:lvl4pPr>
            <a:lvl5pPr>
              <a:defRPr sz="1125" b="0">
                <a:solidFill>
                  <a:srgbClr val="243B53"/>
                </a:solidFill>
              </a:defRPr>
            </a:lvl5pPr>
            <a:lvl6pPr>
              <a:defRPr sz="1125" b="0">
                <a:solidFill>
                  <a:srgbClr val="243B53"/>
                </a:solidFill>
              </a:defRPr>
            </a:lvl6pPr>
            <a:lvl7pPr>
              <a:defRPr sz="1125" b="0">
                <a:solidFill>
                  <a:srgbClr val="243B53"/>
                </a:solidFill>
              </a:defRPr>
            </a:lvl7pPr>
            <a:lvl8pPr>
              <a:defRPr sz="1125" b="0">
                <a:solidFill>
                  <a:srgbClr val="243B53"/>
                </a:solidFill>
              </a:defRPr>
            </a:lvl8pPr>
            <a:lvl9pPr>
              <a:defRPr sz="11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43B53"/>
                </a:solidFill>
              </a:defRPr>
            </a:pPr>
            <a:r>
              <a:rPr sz="1125" b="0">
                <a:solidFill>
                  <a:srgbClr val="243B53"/>
                </a:solidFill>
              </a:rPr>
              <a:t>Measure whether people can correctly interpret trends and distinguish scenarios from forecasts.</a:t>
            </a:r>
          </a:p>
        </p:txBody>
      </p:sp>
    </p:spTree>
    <p:extLst>
      <p:ext uri="{BB962C8B-B14F-4D97-AF65-F5344CB8AC3E}">
        <p14:creationId xmlns:p14="http://schemas.microsoft.com/office/powerpoint/2010/main" val="15927271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E3C45-FEF8-4E18-80EA-0A86CA0B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685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HealthTwin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075E4-8DEF-40E8-B05B-FB750EBB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D7E7F5"/>
                </a:solidFill>
              </a:defRPr>
            </a:defPPr>
            <a:lvl1pPr>
              <a:defRPr sz="1800" b="0">
                <a:solidFill>
                  <a:srgbClr val="D7E7F5"/>
                </a:solidFill>
              </a:defRPr>
            </a:lvl1pPr>
            <a:lvl2pPr>
              <a:defRPr sz="1800" b="0">
                <a:solidFill>
                  <a:srgbClr val="D7E7F5"/>
                </a:solidFill>
              </a:defRPr>
            </a:lvl2pPr>
            <a:lvl3pPr>
              <a:defRPr sz="1800" b="0">
                <a:solidFill>
                  <a:srgbClr val="D7E7F5"/>
                </a:solidFill>
              </a:defRPr>
            </a:lvl3pPr>
            <a:lvl4pPr>
              <a:defRPr sz="1800" b="0">
                <a:solidFill>
                  <a:srgbClr val="D7E7F5"/>
                </a:solidFill>
              </a:defRPr>
            </a:lvl4pPr>
            <a:lvl5pPr>
              <a:defRPr sz="1800" b="0">
                <a:solidFill>
                  <a:srgbClr val="D7E7F5"/>
                </a:solidFill>
              </a:defRPr>
            </a:lvl5pPr>
            <a:lvl6pPr>
              <a:defRPr sz="1800" b="0">
                <a:solidFill>
                  <a:srgbClr val="D7E7F5"/>
                </a:solidFill>
              </a:defRPr>
            </a:lvl6pPr>
            <a:lvl7pPr>
              <a:defRPr sz="1800" b="0">
                <a:solidFill>
                  <a:srgbClr val="D7E7F5"/>
                </a:solidFill>
              </a:defRPr>
            </a:lvl7pPr>
            <a:lvl8pPr>
              <a:defRPr sz="1800" b="0">
                <a:solidFill>
                  <a:srgbClr val="D7E7F5"/>
                </a:solidFill>
              </a:defRPr>
            </a:lvl8pPr>
            <a:lvl9pPr>
              <a:defRPr sz="1800" b="0">
                <a:solidFill>
                  <a:srgbClr val="D7E7F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7E7F5"/>
                </a:solidFill>
              </a:defRPr>
            </a:pPr>
            <a:r>
              <a:rPr sz="1800" b="0">
                <a:solidFill>
                  <a:srgbClr val="D7E7F5"/>
                </a:solidFill>
              </a:rPr>
              <a:t>Longitudinal visibility and scenario exploration for a demo participant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BEDB4-EF35-4B75-B039-36159100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0657D-90FA-45C5-B62B-64219ACB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9FB7CC"/>
                </a:solidFill>
              </a:defRPr>
            </a:defPPr>
            <a:lvl1pPr>
              <a:defRPr sz="1050" b="1">
                <a:solidFill>
                  <a:srgbClr val="9FB7CC"/>
                </a:solidFill>
              </a:defRPr>
            </a:lvl1pPr>
            <a:lvl2pPr>
              <a:defRPr sz="1050" b="1">
                <a:solidFill>
                  <a:srgbClr val="9FB7CC"/>
                </a:solidFill>
              </a:defRPr>
            </a:lvl2pPr>
            <a:lvl3pPr>
              <a:defRPr sz="1050" b="1">
                <a:solidFill>
                  <a:srgbClr val="9FB7CC"/>
                </a:solidFill>
              </a:defRPr>
            </a:lvl3pPr>
            <a:lvl4pPr>
              <a:defRPr sz="1050" b="1">
                <a:solidFill>
                  <a:srgbClr val="9FB7CC"/>
                </a:solidFill>
              </a:defRPr>
            </a:lvl4pPr>
            <a:lvl5pPr>
              <a:defRPr sz="1050" b="1">
                <a:solidFill>
                  <a:srgbClr val="9FB7CC"/>
                </a:solidFill>
              </a:defRPr>
            </a:lvl5pPr>
            <a:lvl6pPr>
              <a:defRPr sz="1050" b="1">
                <a:solidFill>
                  <a:srgbClr val="9FB7CC"/>
                </a:solidFill>
              </a:defRPr>
            </a:lvl6pPr>
            <a:lvl7pPr>
              <a:defRPr sz="1050" b="1">
                <a:solidFill>
                  <a:srgbClr val="9FB7CC"/>
                </a:solidFill>
              </a:defRPr>
            </a:lvl7pPr>
            <a:lvl8pPr>
              <a:defRPr sz="1050" b="1">
                <a:solidFill>
                  <a:srgbClr val="9FB7CC"/>
                </a:solidFill>
              </a:defRPr>
            </a:lvl8pPr>
            <a:lvl9pPr>
              <a:defRPr sz="1050" b="1">
                <a:solidFill>
                  <a:srgbClr val="9FB7C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FB7CC"/>
                </a:solidFill>
              </a:defRPr>
            </a:pPr>
            <a:r>
              <a:rPr sz="1050" b="1">
                <a:solidFill>
                  <a:srgbClr val="9FB7CC"/>
                </a:solidFill>
              </a:rPr>
              <a:t>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F6BBF-A7C6-49BE-92F5-DB9DEF0B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yadavaaditya26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92A41-B55E-4C26-80B0-766BB05D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9FB7CC"/>
                </a:solidFill>
              </a:defRPr>
            </a:defPPr>
            <a:lvl1pPr>
              <a:defRPr sz="1050" b="1">
                <a:solidFill>
                  <a:srgbClr val="9FB7CC"/>
                </a:solidFill>
              </a:defRPr>
            </a:lvl1pPr>
            <a:lvl2pPr>
              <a:defRPr sz="1050" b="1">
                <a:solidFill>
                  <a:srgbClr val="9FB7CC"/>
                </a:solidFill>
              </a:defRPr>
            </a:lvl2pPr>
            <a:lvl3pPr>
              <a:defRPr sz="1050" b="1">
                <a:solidFill>
                  <a:srgbClr val="9FB7CC"/>
                </a:solidFill>
              </a:defRPr>
            </a:lvl3pPr>
            <a:lvl4pPr>
              <a:defRPr sz="1050" b="1">
                <a:solidFill>
                  <a:srgbClr val="9FB7CC"/>
                </a:solidFill>
              </a:defRPr>
            </a:lvl4pPr>
            <a:lvl5pPr>
              <a:defRPr sz="1050" b="1">
                <a:solidFill>
                  <a:srgbClr val="9FB7CC"/>
                </a:solidFill>
              </a:defRPr>
            </a:lvl5pPr>
            <a:lvl6pPr>
              <a:defRPr sz="1050" b="1">
                <a:solidFill>
                  <a:srgbClr val="9FB7CC"/>
                </a:solidFill>
              </a:defRPr>
            </a:lvl6pPr>
            <a:lvl7pPr>
              <a:defRPr sz="1050" b="1">
                <a:solidFill>
                  <a:srgbClr val="9FB7CC"/>
                </a:solidFill>
              </a:defRPr>
            </a:lvl7pPr>
            <a:lvl8pPr>
              <a:defRPr sz="1050" b="1">
                <a:solidFill>
                  <a:srgbClr val="9FB7CC"/>
                </a:solidFill>
              </a:defRPr>
            </a:lvl8pPr>
            <a:lvl9pPr>
              <a:defRPr sz="1050" b="1">
                <a:solidFill>
                  <a:srgbClr val="9FB7C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FB7CC"/>
                </a:solidFill>
              </a:defRPr>
            </a:pPr>
            <a:r>
              <a:rPr sz="1050" b="1">
                <a:solidFill>
                  <a:srgbClr val="9FB7CC"/>
                </a:solidFill>
              </a:rPr>
              <a:t>Institution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897BB-50C7-4857-A8A3-E96E76CA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  <a:lvl1pPr>
              <a:defRPr sz="1500" b="0">
                <a:solidFill>
                  <a:srgbClr val="FFFFFF"/>
                </a:solidFill>
              </a:defRPr>
            </a:lvl1pPr>
            <a:lvl2pPr>
              <a:defRPr sz="1500" b="0">
                <a:solidFill>
                  <a:srgbClr val="FFFFFF"/>
                </a:solidFill>
              </a:defRPr>
            </a:lvl2pPr>
            <a:lvl3pPr>
              <a:defRPr sz="1500" b="0">
                <a:solidFill>
                  <a:srgbClr val="FFFFFF"/>
                </a:solidFill>
              </a:defRPr>
            </a:lvl3pPr>
            <a:lvl4pPr>
              <a:defRPr sz="1500" b="0">
                <a:solidFill>
                  <a:srgbClr val="FFFFFF"/>
                </a:solidFill>
              </a:defRPr>
            </a:lvl4pPr>
            <a:lvl5pPr>
              <a:defRPr sz="1500" b="0">
                <a:solidFill>
                  <a:srgbClr val="FFFFFF"/>
                </a:solidFill>
              </a:defRPr>
            </a:lvl5pPr>
            <a:lvl6pPr>
              <a:defRPr sz="1500" b="0">
                <a:solidFill>
                  <a:srgbClr val="FFFFFF"/>
                </a:solidFill>
              </a:defRPr>
            </a:lvl6pPr>
            <a:lvl7pPr>
              <a:defRPr sz="1500" b="0">
                <a:solidFill>
                  <a:srgbClr val="FFFFFF"/>
                </a:solidFill>
              </a:defRPr>
            </a:lvl7pPr>
            <a:lvl8pPr>
              <a:defRPr sz="1500" b="0">
                <a:solidFill>
                  <a:srgbClr val="FFFFFF"/>
                </a:solidFill>
              </a:defRPr>
            </a:lvl8pPr>
            <a:lvl9pPr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Lakshmi Narain College of Technology Excellence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9122C-1984-44BB-B065-A2AE38DE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9FB7CC"/>
                </a:solidFill>
              </a:defRPr>
            </a:defPPr>
            <a:lvl1pPr>
              <a:defRPr sz="1050" b="1">
                <a:solidFill>
                  <a:srgbClr val="9FB7CC"/>
                </a:solidFill>
              </a:defRPr>
            </a:lvl1pPr>
            <a:lvl2pPr>
              <a:defRPr sz="1050" b="1">
                <a:solidFill>
                  <a:srgbClr val="9FB7CC"/>
                </a:solidFill>
              </a:defRPr>
            </a:lvl2pPr>
            <a:lvl3pPr>
              <a:defRPr sz="1050" b="1">
                <a:solidFill>
                  <a:srgbClr val="9FB7CC"/>
                </a:solidFill>
              </a:defRPr>
            </a:lvl3pPr>
            <a:lvl4pPr>
              <a:defRPr sz="1050" b="1">
                <a:solidFill>
                  <a:srgbClr val="9FB7CC"/>
                </a:solidFill>
              </a:defRPr>
            </a:lvl4pPr>
            <a:lvl5pPr>
              <a:defRPr sz="1050" b="1">
                <a:solidFill>
                  <a:srgbClr val="9FB7CC"/>
                </a:solidFill>
              </a:defRPr>
            </a:lvl5pPr>
            <a:lvl6pPr>
              <a:defRPr sz="1050" b="1">
                <a:solidFill>
                  <a:srgbClr val="9FB7CC"/>
                </a:solidFill>
              </a:defRPr>
            </a:lvl6pPr>
            <a:lvl7pPr>
              <a:defRPr sz="1050" b="1">
                <a:solidFill>
                  <a:srgbClr val="9FB7CC"/>
                </a:solidFill>
              </a:defRPr>
            </a:lvl7pPr>
            <a:lvl8pPr>
              <a:defRPr sz="1050" b="1">
                <a:solidFill>
                  <a:srgbClr val="9FB7CC"/>
                </a:solidFill>
              </a:defRPr>
            </a:lvl8pPr>
            <a:lvl9pPr>
              <a:defRPr sz="1050" b="1">
                <a:solidFill>
                  <a:srgbClr val="9FB7C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FB7CC"/>
                </a:solidFill>
              </a:defRPr>
            </a:pPr>
            <a:r>
              <a:rPr sz="1050" b="1">
                <a:solidFill>
                  <a:srgbClr val="9FB7CC"/>
                </a:solidFill>
              </a:rPr>
              <a:t>License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5DE5B-58E1-4E8C-A108-AB470F9B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  <a:lvl1pPr>
              <a:defRPr sz="1500" b="0">
                <a:solidFill>
                  <a:srgbClr val="FFFFFF"/>
                </a:solidFill>
              </a:defRPr>
            </a:lvl1pPr>
            <a:lvl2pPr>
              <a:defRPr sz="1500" b="0">
                <a:solidFill>
                  <a:srgbClr val="FFFFFF"/>
                </a:solidFill>
              </a:defRPr>
            </a:lvl2pPr>
            <a:lvl3pPr>
              <a:defRPr sz="1500" b="0">
                <a:solidFill>
                  <a:srgbClr val="FFFFFF"/>
                </a:solidFill>
              </a:defRPr>
            </a:lvl3pPr>
            <a:lvl4pPr>
              <a:defRPr sz="1500" b="0">
                <a:solidFill>
                  <a:srgbClr val="FFFFFF"/>
                </a:solidFill>
              </a:defRPr>
            </a:lvl4pPr>
            <a:lvl5pPr>
              <a:defRPr sz="1500" b="0">
                <a:solidFill>
                  <a:srgbClr val="FFFFFF"/>
                </a:solidFill>
              </a:defRPr>
            </a:lvl5pPr>
            <a:lvl6pPr>
              <a:defRPr sz="1500" b="0">
                <a:solidFill>
                  <a:srgbClr val="FFFFFF"/>
                </a:solidFill>
              </a:defRPr>
            </a:lvl6pPr>
            <a:lvl7pPr>
              <a:defRPr sz="1500" b="0">
                <a:solidFill>
                  <a:srgbClr val="FFFFFF"/>
                </a:solidFill>
              </a:defRPr>
            </a:lvl7pPr>
            <a:lvl8pPr>
              <a:defRPr sz="1500" b="0">
                <a:solidFill>
                  <a:srgbClr val="FFFFFF"/>
                </a:solidFill>
              </a:defRPr>
            </a:lvl8pPr>
            <a:lvl9pPr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MIT License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2A404-4460-4DD7-B40D-17AD1357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A9C0D6"/>
                </a:solidFill>
              </a:defRPr>
            </a:defPPr>
            <a:lvl1pPr>
              <a:defRPr sz="1050" b="0">
                <a:solidFill>
                  <a:srgbClr val="A9C0D6"/>
                </a:solidFill>
              </a:defRPr>
            </a:lvl1pPr>
            <a:lvl2pPr>
              <a:defRPr sz="1050" b="0">
                <a:solidFill>
                  <a:srgbClr val="A9C0D6"/>
                </a:solidFill>
              </a:defRPr>
            </a:lvl2pPr>
            <a:lvl3pPr>
              <a:defRPr sz="1050" b="0">
                <a:solidFill>
                  <a:srgbClr val="A9C0D6"/>
                </a:solidFill>
              </a:defRPr>
            </a:lvl3pPr>
            <a:lvl4pPr>
              <a:defRPr sz="1050" b="0">
                <a:solidFill>
                  <a:srgbClr val="A9C0D6"/>
                </a:solidFill>
              </a:defRPr>
            </a:lvl4pPr>
            <a:lvl5pPr>
              <a:defRPr sz="1050" b="0">
                <a:solidFill>
                  <a:srgbClr val="A9C0D6"/>
                </a:solidFill>
              </a:defRPr>
            </a:lvl5pPr>
            <a:lvl6pPr>
              <a:defRPr sz="1050" b="0">
                <a:solidFill>
                  <a:srgbClr val="A9C0D6"/>
                </a:solidFill>
              </a:defRPr>
            </a:lvl6pPr>
            <a:lvl7pPr>
              <a:defRPr sz="1050" b="0">
                <a:solidFill>
                  <a:srgbClr val="A9C0D6"/>
                </a:solidFill>
              </a:defRPr>
            </a:lvl7pPr>
            <a:lvl8pPr>
              <a:defRPr sz="1050" b="0">
                <a:solidFill>
                  <a:srgbClr val="A9C0D6"/>
                </a:solidFill>
              </a:defRPr>
            </a:lvl8pPr>
            <a:lvl9pPr>
              <a:defRPr sz="1050" b="0">
                <a:solidFill>
                  <a:srgbClr val="A9C0D6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9C0D6"/>
                </a:solidFill>
              </a:defRPr>
            </a:pPr>
            <a:r>
              <a:rPr sz="1050" b="0">
                <a:solidFill>
                  <a:srgbClr val="A9C0D6"/>
                </a:solidFill>
              </a:rPr>
              <a:t>No public demo video has been published yet.</a:t>
            </a:r>
          </a:p>
        </p:txBody>
      </p:sp>
    </p:spTree>
    <p:extLst>
      <p:ext uri="{BB962C8B-B14F-4D97-AF65-F5344CB8AC3E}">
        <p14:creationId xmlns:p14="http://schemas.microsoft.com/office/powerpoint/2010/main" val="450815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2026-10-24T12:52:16.5360000Z</dcterms:created>
  <dcterms:modified xsi:type="dcterms:W3CDTF">2026-10-24T12:52:16.5360000Z</dcterms:modified>
</coreProperties>
</file>